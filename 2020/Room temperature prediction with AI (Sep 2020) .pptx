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3" r:id="rId1"/>
  </p:sldMasterIdLst>
  <p:notesMasterIdLst>
    <p:notesMasterId r:id="rId17"/>
  </p:notesMasterIdLst>
  <p:handoutMasterIdLst>
    <p:handoutMasterId r:id="rId18"/>
  </p:handoutMasterIdLst>
  <p:sldIdLst>
    <p:sldId id="457" r:id="rId2"/>
    <p:sldId id="468" r:id="rId3"/>
    <p:sldId id="472" r:id="rId4"/>
    <p:sldId id="478" r:id="rId5"/>
    <p:sldId id="479" r:id="rId6"/>
    <p:sldId id="480" r:id="rId7"/>
    <p:sldId id="486" r:id="rId8"/>
    <p:sldId id="481" r:id="rId9"/>
    <p:sldId id="483" r:id="rId10"/>
    <p:sldId id="484" r:id="rId11"/>
    <p:sldId id="485" r:id="rId12"/>
    <p:sldId id="487" r:id="rId13"/>
    <p:sldId id="488" r:id="rId14"/>
    <p:sldId id="466" r:id="rId15"/>
    <p:sldId id="271" r:id="rId16"/>
  </p:sldIdLst>
  <p:sldSz cx="9144000" cy="5143500" type="screen16x9"/>
  <p:notesSz cx="6858000" cy="9144000"/>
  <p:custDataLst>
    <p:tags r:id="rId19"/>
  </p:custDataLst>
  <p:defaultTextStyle>
    <a:defPPr>
      <a:defRPr lang="de-DE"/>
    </a:defPPr>
    <a:lvl1pPr marL="0" algn="l" defTabSz="914400" rtl="0" eaLnBrk="1" latinLnBrk="0" hangingPunct="1">
      <a:defRPr kumimoji="0" lang="de-DE" sz="1400" b="0" i="0" u="none" kern="1200" baseline="0">
        <a:solidFill>
          <a:schemeClr val="tx1"/>
        </a:solidFill>
        <a:latin typeface="EON Brix Sans" panose="020B0500000000000000"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CBCA"/>
          </a:solidFill>
        </a:fill>
      </a:tcStyle>
    </a:wholeTbl>
    <a:band2H>
      <a:tcTxStyle/>
      <a:tcStyle>
        <a:tcBdr/>
        <a:fill>
          <a:solidFill>
            <a:srgbClr val="FBE7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9EC"/>
          </a:solidFill>
        </a:fill>
      </a:tcStyle>
    </a:wholeTbl>
    <a:band2H>
      <a:tcTxStyle/>
      <a:tcStyle>
        <a:tcBdr/>
        <a:fill>
          <a:solidFill>
            <a:srgbClr val="E9F4F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EEF0"/>
          </a:solidFill>
        </a:fill>
      </a:tcStyle>
    </a:wholeTbl>
    <a:band2H>
      <a:tcTxStyle/>
      <a:tcStyle>
        <a:tcBdr/>
        <a:fill>
          <a:solidFill>
            <a:srgbClr val="EDF7F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26" autoAdjust="0"/>
    <p:restoredTop sz="94694"/>
  </p:normalViewPr>
  <p:slideViewPr>
    <p:cSldViewPr snapToGrid="0">
      <p:cViewPr varScale="1">
        <p:scale>
          <a:sx n="174" d="100"/>
          <a:sy n="174" d="100"/>
        </p:scale>
        <p:origin x="1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509A2A-4C3E-4092-B4F4-29383AF10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a:extLst>
              <a:ext uri="{FF2B5EF4-FFF2-40B4-BE49-F238E27FC236}">
                <a16:creationId xmlns:a16="http://schemas.microsoft.com/office/drawing/2014/main" id="{68B74202-9459-41C2-82BA-4454CD90E2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E147A8-6C4F-4EE6-8F3F-51C96A720F47}" type="datetimeFigureOut">
              <a:rPr lang="de-DE" smtClean="0"/>
              <a:t>09.09.20</a:t>
            </a:fld>
            <a:endParaRPr lang="de-DE"/>
          </a:p>
        </p:txBody>
      </p:sp>
      <p:sp>
        <p:nvSpPr>
          <p:cNvPr id="4" name="Footer Placeholder 3">
            <a:extLst>
              <a:ext uri="{FF2B5EF4-FFF2-40B4-BE49-F238E27FC236}">
                <a16:creationId xmlns:a16="http://schemas.microsoft.com/office/drawing/2014/main" id="{91B0AC82-70F2-43E4-8899-4CCF322F79A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Slide Number Placeholder 4">
            <a:extLst>
              <a:ext uri="{FF2B5EF4-FFF2-40B4-BE49-F238E27FC236}">
                <a16:creationId xmlns:a16="http://schemas.microsoft.com/office/drawing/2014/main" id="{93FD6CA4-CA7A-4EFE-865B-951AB26D52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2A7259-2D12-46A4-B339-78FA4D0C45F1}" type="slidenum">
              <a:rPr lang="de-DE" smtClean="0"/>
              <a:t>‹#›</a:t>
            </a:fld>
            <a:endParaRPr lang="de-DE"/>
          </a:p>
        </p:txBody>
      </p:sp>
    </p:spTree>
    <p:extLst>
      <p:ext uri="{BB962C8B-B14F-4D97-AF65-F5344CB8AC3E}">
        <p14:creationId xmlns:p14="http://schemas.microsoft.com/office/powerpoint/2010/main" val="3055714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3" name="Shape 273"/>
          <p:cNvSpPr>
            <a:spLocks noGrp="1" noRot="1" noChangeAspect="1"/>
          </p:cNvSpPr>
          <p:nvPr>
            <p:ph type="sldImg"/>
          </p:nvPr>
        </p:nvSpPr>
        <p:spPr>
          <a:xfrm>
            <a:off x="1143000" y="685800"/>
            <a:ext cx="4572000" cy="3429000"/>
          </a:xfrm>
          <a:prstGeom prst="rect">
            <a:avLst/>
          </a:prstGeom>
        </p:spPr>
        <p:txBody>
          <a:bodyPr/>
          <a:lstStyle/>
          <a:p>
            <a:endParaRPr/>
          </a:p>
        </p:txBody>
      </p:sp>
      <p:sp>
        <p:nvSpPr>
          <p:cNvPr id="274" name="Shape 27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venir Next"/>
      </a:defRPr>
    </a:lvl1pPr>
    <a:lvl2pPr indent="228600" latinLnBrk="0">
      <a:defRPr sz="1200">
        <a:latin typeface="+mn-lt"/>
        <a:ea typeface="+mn-ea"/>
        <a:cs typeface="+mn-cs"/>
        <a:sym typeface="Avenir Next"/>
      </a:defRPr>
    </a:lvl2pPr>
    <a:lvl3pPr indent="457200" latinLnBrk="0">
      <a:defRPr sz="1200">
        <a:latin typeface="+mn-lt"/>
        <a:ea typeface="+mn-ea"/>
        <a:cs typeface="+mn-cs"/>
        <a:sym typeface="Avenir Next"/>
      </a:defRPr>
    </a:lvl3pPr>
    <a:lvl4pPr indent="685800" latinLnBrk="0">
      <a:defRPr sz="1200">
        <a:latin typeface="+mn-lt"/>
        <a:ea typeface="+mn-ea"/>
        <a:cs typeface="+mn-cs"/>
        <a:sym typeface="Avenir Next"/>
      </a:defRPr>
    </a:lvl4pPr>
    <a:lvl5pPr indent="914400" latinLnBrk="0">
      <a:defRPr sz="1200">
        <a:latin typeface="+mn-lt"/>
        <a:ea typeface="+mn-ea"/>
        <a:cs typeface="+mn-cs"/>
        <a:sym typeface="Avenir Next"/>
      </a:defRPr>
    </a:lvl5pPr>
    <a:lvl6pPr indent="1143000" latinLnBrk="0">
      <a:defRPr sz="1200">
        <a:latin typeface="+mn-lt"/>
        <a:ea typeface="+mn-ea"/>
        <a:cs typeface="+mn-cs"/>
        <a:sym typeface="Avenir Next"/>
      </a:defRPr>
    </a:lvl6pPr>
    <a:lvl7pPr indent="1371600" latinLnBrk="0">
      <a:defRPr sz="1200">
        <a:latin typeface="+mn-lt"/>
        <a:ea typeface="+mn-ea"/>
        <a:cs typeface="+mn-cs"/>
        <a:sym typeface="Avenir Next"/>
      </a:defRPr>
    </a:lvl7pPr>
    <a:lvl8pPr indent="1600200" latinLnBrk="0">
      <a:defRPr sz="1200">
        <a:latin typeface="+mn-lt"/>
        <a:ea typeface="+mn-ea"/>
        <a:cs typeface="+mn-cs"/>
        <a:sym typeface="Avenir Next"/>
      </a:defRPr>
    </a:lvl8pPr>
    <a:lvl9pPr indent="1828800" latinLnBrk="0">
      <a:defRPr sz="1200">
        <a:latin typeface="+mn-lt"/>
        <a:ea typeface="+mn-ea"/>
        <a:cs typeface="+mn-cs"/>
        <a:sym typeface="Avenir Next"/>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4059108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2950440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340016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1027273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3666450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11303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1108563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370622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198818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1422333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RO" dirty="0"/>
          </a:p>
        </p:txBody>
      </p:sp>
    </p:spTree>
    <p:extLst>
      <p:ext uri="{BB962C8B-B14F-4D97-AF65-F5344CB8AC3E}">
        <p14:creationId xmlns:p14="http://schemas.microsoft.com/office/powerpoint/2010/main" val="3728229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less color">
    <p:spTree>
      <p:nvGrpSpPr>
        <p:cNvPr id="1" name=""/>
        <p:cNvGrpSpPr/>
        <p:nvPr/>
      </p:nvGrpSpPr>
      <p:grpSpPr>
        <a:xfrm>
          <a:off x="0" y="0"/>
          <a:ext cx="0" cy="0"/>
          <a:chOff x="0" y="0"/>
          <a:chExt cx="0" cy="0"/>
        </a:xfrm>
      </p:grpSpPr>
      <p:sp>
        <p:nvSpPr>
          <p:cNvPr id="2" name="Titel 1"/>
          <p:cNvSpPr>
            <a:spLocks noGrp="1"/>
          </p:cNvSpPr>
          <p:nvPr>
            <p:ph type="ctrTitle"/>
          </p:nvPr>
        </p:nvSpPr>
        <p:spPr>
          <a:xfrm>
            <a:off x="1566000" y="1573200"/>
            <a:ext cx="6012000" cy="1224000"/>
          </a:xfrm>
        </p:spPr>
        <p:txBody>
          <a:bodyPr anchor="b" anchorCtr="0">
            <a:noAutofit/>
          </a:bodyPr>
          <a:lstStyle>
            <a:lvl1pPr algn="r">
              <a:lnSpc>
                <a:spcPts val="4600"/>
              </a:lnSpc>
              <a:defRPr sz="4600" kern="100" baseline="0"/>
            </a:lvl1pPr>
          </a:lstStyle>
          <a:p>
            <a:r>
              <a:rPr lang="en-US"/>
              <a:t>Click to edit Master title style</a:t>
            </a:r>
            <a:endParaRPr lang="de-DE" dirty="0"/>
          </a:p>
        </p:txBody>
      </p:sp>
      <p:sp>
        <p:nvSpPr>
          <p:cNvPr id="3" name="Untertitel 2"/>
          <p:cNvSpPr>
            <a:spLocks noGrp="1"/>
          </p:cNvSpPr>
          <p:nvPr>
            <p:ph type="subTitle" idx="1"/>
          </p:nvPr>
        </p:nvSpPr>
        <p:spPr>
          <a:xfrm>
            <a:off x="1566000" y="2901600"/>
            <a:ext cx="6012000" cy="543600"/>
          </a:xfrm>
        </p:spPr>
        <p:txBody>
          <a:bodyPr>
            <a:noAutofit/>
          </a:bodyPr>
          <a:lstStyle>
            <a:lvl1pPr marL="0" indent="0" algn="r">
              <a:lnSpc>
                <a:spcPct val="100000"/>
              </a:lnSpc>
              <a:spcAft>
                <a:spcPts val="600"/>
              </a:spcAft>
              <a:buNone/>
              <a:defRPr sz="1900" kern="100" baseline="0">
                <a:solidFill>
                  <a:srgbClr val="EA1C0A"/>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4" name="Datumsplatzhalter 3"/>
          <p:cNvSpPr>
            <a:spLocks noGrp="1"/>
          </p:cNvSpPr>
          <p:nvPr>
            <p:ph type="dt" sz="half" idx="10"/>
          </p:nvPr>
        </p:nvSpPr>
        <p:spPr>
          <a:xfrm>
            <a:off x="6138000" y="522000"/>
            <a:ext cx="1440000" cy="144000"/>
          </a:xfrm>
        </p:spPr>
        <p:txBody>
          <a:bodyPr/>
          <a:lstStyle>
            <a:lvl1pPr algn="r">
              <a:defRPr/>
            </a:lvl1pPr>
          </a:lstStyle>
          <a:p>
            <a:r>
              <a:rPr lang="de-DE"/>
              <a:t>TT.MM.JJJJ</a:t>
            </a:r>
          </a:p>
        </p:txBody>
      </p:sp>
      <p:grpSp>
        <p:nvGrpSpPr>
          <p:cNvPr id="10" name="Gruppieren 9"/>
          <p:cNvGrpSpPr/>
          <p:nvPr/>
        </p:nvGrpSpPr>
        <p:grpSpPr>
          <a:xfrm>
            <a:off x="7974000" y="0"/>
            <a:ext cx="1170000" cy="5144400"/>
            <a:chOff x="7974000" y="0"/>
            <a:chExt cx="1170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userDrawn="1"/>
          </p:nvSpPr>
          <p:spPr>
            <a:xfrm>
              <a:off x="83520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7974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5" name="EON_Logo_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79200" y="3708000"/>
            <a:ext cx="2124877" cy="630000"/>
          </a:xfrm>
          <a:prstGeom prst="rect">
            <a:avLst/>
          </a:prstGeom>
        </p:spPr>
      </p:pic>
    </p:spTree>
    <p:extLst>
      <p:ext uri="{BB962C8B-B14F-4D97-AF65-F5344CB8AC3E}">
        <p14:creationId xmlns:p14="http://schemas.microsoft.com/office/powerpoint/2010/main" val="3068033743"/>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full color">
    <p:bg>
      <p:bgPr>
        <a:solidFill>
          <a:srgbClr val="B0040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831600" y="1573200"/>
            <a:ext cx="6012000" cy="1224000"/>
          </a:xfrm>
        </p:spPr>
        <p:txBody>
          <a:bodyPr anchor="b" anchorCtr="0">
            <a:noAutofit/>
          </a:bodyPr>
          <a:lstStyle>
            <a:lvl1pPr algn="r">
              <a:lnSpc>
                <a:spcPts val="4600"/>
              </a:lnSpc>
              <a:defRPr sz="4600" kern="100" baseline="0">
                <a:solidFill>
                  <a:srgbClr val="FFFFFF"/>
                </a:solidFill>
              </a:defRPr>
            </a:lvl1pPr>
          </a:lstStyle>
          <a:p>
            <a:r>
              <a:rPr lang="en-US"/>
              <a:t>Click to edit Master title style</a:t>
            </a:r>
            <a:endParaRPr lang="de-DE" dirty="0"/>
          </a:p>
        </p:txBody>
      </p:sp>
      <p:sp>
        <p:nvSpPr>
          <p:cNvPr id="3" name="Untertitel 2"/>
          <p:cNvSpPr>
            <a:spLocks noGrp="1"/>
          </p:cNvSpPr>
          <p:nvPr>
            <p:ph type="subTitle" idx="1"/>
          </p:nvPr>
        </p:nvSpPr>
        <p:spPr>
          <a:xfrm>
            <a:off x="831600" y="2901600"/>
            <a:ext cx="6012000" cy="543600"/>
          </a:xfrm>
        </p:spPr>
        <p:txBody>
          <a:bodyPr>
            <a:noAutofit/>
          </a:bodyPr>
          <a:lstStyle>
            <a:lvl1pPr marL="0" indent="0" algn="r">
              <a:lnSpc>
                <a:spcPct val="100000"/>
              </a:lnSpc>
              <a:spcAft>
                <a:spcPts val="600"/>
              </a:spcAft>
              <a:buNone/>
              <a:defRPr sz="1900" kern="100" baseline="0">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4" name="Datumsplatzhalter 3"/>
          <p:cNvSpPr>
            <a:spLocks noGrp="1"/>
          </p:cNvSpPr>
          <p:nvPr>
            <p:ph type="dt" sz="half" idx="10"/>
          </p:nvPr>
        </p:nvSpPr>
        <p:spPr>
          <a:xfrm>
            <a:off x="5414400" y="522000"/>
            <a:ext cx="1440000" cy="144000"/>
          </a:xfrm>
        </p:spPr>
        <p:txBody>
          <a:bodyPr/>
          <a:lstStyle>
            <a:lvl1pPr algn="r">
              <a:defRPr>
                <a:solidFill>
                  <a:srgbClr val="FFFFFF"/>
                </a:solidFill>
              </a:defRPr>
            </a:lvl1pPr>
          </a:lstStyle>
          <a:p>
            <a:r>
              <a:rPr lang="de-DE"/>
              <a:t>TT.MM.JJJJ</a:t>
            </a:r>
          </a:p>
        </p:txBody>
      </p:sp>
      <p:grpSp>
        <p:nvGrpSpPr>
          <p:cNvPr id="11" name="Gruppieren 10"/>
          <p:cNvGrpSpPr/>
          <p:nvPr/>
        </p:nvGrpSpPr>
        <p:grpSpPr>
          <a:xfrm>
            <a:off x="0" y="0"/>
            <a:ext cx="9144000" cy="5144400"/>
            <a:chOff x="0" y="0"/>
            <a:chExt cx="9144000" cy="5144400"/>
          </a:xfrm>
        </p:grpSpPr>
        <p:sp>
          <p:nvSpPr>
            <p:cNvPr id="7" name="Rechteck 6"/>
            <p:cNvSpPr/>
            <p:nvPr userDrawn="1"/>
          </p:nvSpPr>
          <p:spPr>
            <a:xfrm>
              <a:off x="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userDrawn="1"/>
          </p:nvSpPr>
          <p:spPr>
            <a:xfrm>
              <a:off x="7786800" y="0"/>
              <a:ext cx="1357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7218000" y="0"/>
              <a:ext cx="5688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6" name="EON_Logo_w"/>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19600" y="3708000"/>
            <a:ext cx="2124877" cy="630000"/>
          </a:xfrm>
          <a:prstGeom prst="rect">
            <a:avLst/>
          </a:prstGeom>
        </p:spPr>
      </p:pic>
    </p:spTree>
    <p:extLst>
      <p:ext uri="{BB962C8B-B14F-4D97-AF65-F5344CB8AC3E}">
        <p14:creationId xmlns:p14="http://schemas.microsoft.com/office/powerpoint/2010/main" val="875652257"/>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image">
    <p:spTree>
      <p:nvGrpSpPr>
        <p:cNvPr id="1" name=""/>
        <p:cNvGrpSpPr/>
        <p:nvPr/>
      </p:nvGrpSpPr>
      <p:grpSpPr>
        <a:xfrm>
          <a:off x="0" y="0"/>
          <a:ext cx="0" cy="0"/>
          <a:chOff x="0" y="0"/>
          <a:chExt cx="0" cy="0"/>
        </a:xfrm>
      </p:grpSpPr>
      <p:grpSp>
        <p:nvGrpSpPr>
          <p:cNvPr id="6" name="Gruppieren 5"/>
          <p:cNvGrpSpPr/>
          <p:nvPr/>
        </p:nvGrpSpPr>
        <p:grpSpPr>
          <a:xfrm>
            <a:off x="0" y="0"/>
            <a:ext cx="9144000" cy="5144400"/>
            <a:chOff x="0" y="0"/>
            <a:chExt cx="9144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userDrawn="1"/>
          </p:nvSpPr>
          <p:spPr>
            <a:xfrm>
              <a:off x="6649200" y="0"/>
              <a:ext cx="22716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0" y="0"/>
              <a:ext cx="6012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11" name="Grafik 10"/>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90400" y="-1"/>
            <a:ext cx="6058455" cy="5144400"/>
          </a:xfrm>
          <a:prstGeom prst="rect">
            <a:avLst/>
          </a:prstGeom>
        </p:spPr>
      </p:pic>
      <p:sp>
        <p:nvSpPr>
          <p:cNvPr id="2" name="Titel 1"/>
          <p:cNvSpPr>
            <a:spLocks noGrp="1"/>
          </p:cNvSpPr>
          <p:nvPr>
            <p:ph type="ctrTitle"/>
          </p:nvPr>
        </p:nvSpPr>
        <p:spPr>
          <a:xfrm>
            <a:off x="979200" y="1573200"/>
            <a:ext cx="5295600" cy="1224000"/>
          </a:xfrm>
        </p:spPr>
        <p:txBody>
          <a:bodyPr anchor="b" anchorCtr="0">
            <a:noAutofit/>
          </a:bodyPr>
          <a:lstStyle>
            <a:lvl1pPr algn="r">
              <a:lnSpc>
                <a:spcPts val="4600"/>
              </a:lnSpc>
              <a:defRPr sz="4600" kern="100" baseline="0"/>
            </a:lvl1pPr>
          </a:lstStyle>
          <a:p>
            <a:r>
              <a:rPr lang="en-US"/>
              <a:t>Click to edit Master title style</a:t>
            </a:r>
            <a:endParaRPr lang="de-DE" dirty="0"/>
          </a:p>
        </p:txBody>
      </p:sp>
      <p:sp>
        <p:nvSpPr>
          <p:cNvPr id="3" name="Untertitel 2"/>
          <p:cNvSpPr>
            <a:spLocks noGrp="1"/>
          </p:cNvSpPr>
          <p:nvPr>
            <p:ph type="subTitle" idx="1"/>
          </p:nvPr>
        </p:nvSpPr>
        <p:spPr>
          <a:xfrm>
            <a:off x="979200" y="2901600"/>
            <a:ext cx="5295600" cy="543600"/>
          </a:xfrm>
        </p:spPr>
        <p:txBody>
          <a:bodyPr>
            <a:noAutofit/>
          </a:bodyPr>
          <a:lstStyle>
            <a:lvl1pPr marL="0" indent="0" algn="r">
              <a:lnSpc>
                <a:spcPct val="100000"/>
              </a:lnSpc>
              <a:spcAft>
                <a:spcPts val="600"/>
              </a:spcAft>
              <a:buNone/>
              <a:defRPr sz="1900" kern="100" baseline="0">
                <a:solidFill>
                  <a:srgbClr val="EA1C0A"/>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4" name="Datumsplatzhalter 3"/>
          <p:cNvSpPr>
            <a:spLocks noGrp="1"/>
          </p:cNvSpPr>
          <p:nvPr>
            <p:ph type="dt" sz="half" idx="10"/>
          </p:nvPr>
        </p:nvSpPr>
        <p:spPr>
          <a:xfrm>
            <a:off x="4845600" y="522000"/>
            <a:ext cx="1440000" cy="144000"/>
          </a:xfrm>
        </p:spPr>
        <p:txBody>
          <a:bodyPr/>
          <a:lstStyle>
            <a:lvl1pPr algn="r">
              <a:defRPr>
                <a:solidFill>
                  <a:srgbClr val="FFFFFF"/>
                </a:solidFill>
              </a:defRPr>
            </a:lvl1pPr>
          </a:lstStyle>
          <a:p>
            <a:r>
              <a:rPr lang="de-DE"/>
              <a:t>TT.MM.JJJJ</a:t>
            </a:r>
          </a:p>
        </p:txBody>
      </p:sp>
      <p:pic>
        <p:nvPicPr>
          <p:cNvPr id="5" name="EON_Logo_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150800" y="3708000"/>
            <a:ext cx="2124877" cy="630000"/>
          </a:xfrm>
          <a:prstGeom prst="rect">
            <a:avLst/>
          </a:prstGeom>
        </p:spPr>
      </p:pic>
    </p:spTree>
    <p:extLst>
      <p:ext uri="{BB962C8B-B14F-4D97-AF65-F5344CB8AC3E}">
        <p14:creationId xmlns:p14="http://schemas.microsoft.com/office/powerpoint/2010/main" val="1077488205"/>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ontent 1 colum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umsplatzhalter 3"/>
          <p:cNvSpPr>
            <a:spLocks noGrp="1"/>
          </p:cNvSpPr>
          <p:nvPr>
            <p:ph type="dt" sz="half" idx="10"/>
          </p:nvPr>
        </p:nvSpPr>
        <p:spPr/>
        <p:txBody>
          <a:bodyPr/>
          <a:lstStyle/>
          <a:p>
            <a:r>
              <a:rPr lang="de-DE"/>
              <a:t>TT.MM.JJJJ</a:t>
            </a:r>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6CB4B4D-7CA3-9044-876B-883B54F8677D}" type="slidenum">
              <a:rPr lang="de-DE" smtClean="0"/>
              <a:t>‹#›</a:t>
            </a:fld>
            <a:endParaRPr lang="de-DE"/>
          </a:p>
        </p:txBody>
      </p:sp>
    </p:spTree>
    <p:extLst>
      <p:ext uri="{BB962C8B-B14F-4D97-AF65-F5344CB8AC3E}">
        <p14:creationId xmlns:p14="http://schemas.microsoft.com/office/powerpoint/2010/main" val="413663277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ntent 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378000" y="1371600"/>
            <a:ext cx="4068000" cy="3049200"/>
          </a:xfrm>
        </p:spPr>
        <p:txBody>
          <a:bodyPr>
            <a:noAutofit/>
          </a:bodyPr>
          <a:lstStyle>
            <a:lvl1pPr>
              <a:defRPr sz="1400"/>
            </a:lvl1pPr>
            <a:lvl2pPr>
              <a:defRPr sz="14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4698000" y="1371600"/>
            <a:ext cx="4068000" cy="3049200"/>
          </a:xfrm>
        </p:spPr>
        <p:txBody>
          <a:bodyPr>
            <a:noAutofit/>
          </a:bodyPr>
          <a:lstStyle>
            <a:lvl1pPr>
              <a:defRPr sz="1400"/>
            </a:lvl1pPr>
            <a:lvl2pPr>
              <a:defRPr sz="14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6CB4B4D-7CA3-9044-876B-883B54F8677D}" type="slidenum">
              <a:rPr lang="de-DE" smtClean="0"/>
              <a:t>‹#›</a:t>
            </a:fld>
            <a:endParaRPr lang="de-DE"/>
          </a:p>
        </p:txBody>
      </p:sp>
    </p:spTree>
    <p:extLst>
      <p:ext uri="{BB962C8B-B14F-4D97-AF65-F5344CB8AC3E}">
        <p14:creationId xmlns:p14="http://schemas.microsoft.com/office/powerpoint/2010/main" val="2655163323"/>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378000" y="1371600"/>
            <a:ext cx="2628000" cy="3049200"/>
          </a:xfrm>
        </p:spPr>
        <p:txBody>
          <a:bodyPr>
            <a:noAutofit/>
          </a:bodyPr>
          <a:lstStyle>
            <a:lvl1pPr>
              <a:lnSpc>
                <a:spcPts val="1375"/>
              </a:lnSpc>
              <a:defRPr sz="1100"/>
            </a:lvl1pPr>
            <a:lvl2pPr>
              <a:lnSpc>
                <a:spcPts val="1375"/>
              </a:lnSpc>
              <a:defRPr sz="1100"/>
            </a:lvl2pPr>
            <a:lvl3pPr>
              <a:lnSpc>
                <a:spcPts val="1375"/>
              </a:lnSpc>
              <a:defRPr sz="1100"/>
            </a:lvl3pPr>
            <a:lvl4pPr>
              <a:lnSpc>
                <a:spcPts val="1375"/>
              </a:lnSpc>
              <a:defRPr sz="1100"/>
            </a:lvl4pPr>
            <a:lvl5pPr>
              <a:lnSpc>
                <a:spcPts val="1375"/>
              </a:lnSpc>
              <a:defRPr sz="11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3258000" y="1371600"/>
            <a:ext cx="2628000" cy="3049200"/>
          </a:xfrm>
        </p:spPr>
        <p:txBody>
          <a:bodyPr>
            <a:noAutofit/>
          </a:bodyPr>
          <a:lstStyle>
            <a:lvl1pPr>
              <a:lnSpc>
                <a:spcPts val="1375"/>
              </a:lnSpc>
              <a:defRPr sz="1100"/>
            </a:lvl1pPr>
            <a:lvl2pPr>
              <a:lnSpc>
                <a:spcPts val="1375"/>
              </a:lnSpc>
              <a:defRPr sz="1100"/>
            </a:lvl2pPr>
            <a:lvl3pPr>
              <a:lnSpc>
                <a:spcPts val="1375"/>
              </a:lnSpc>
              <a:defRPr sz="1100"/>
            </a:lvl3pPr>
            <a:lvl4pPr>
              <a:lnSpc>
                <a:spcPts val="1375"/>
              </a:lnSpc>
              <a:defRPr sz="1100"/>
            </a:lvl4pPr>
            <a:lvl5pPr>
              <a:lnSpc>
                <a:spcPts val="1375"/>
              </a:lnSpc>
              <a:defRPr sz="11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6CB4B4D-7CA3-9044-876B-883B54F8677D}" type="slidenum">
              <a:rPr lang="de-DE" smtClean="0"/>
              <a:t>‹#›</a:t>
            </a:fld>
            <a:endParaRPr lang="de-DE"/>
          </a:p>
        </p:txBody>
      </p:sp>
      <p:sp>
        <p:nvSpPr>
          <p:cNvPr id="8" name="Inhaltsplatzhalter 3"/>
          <p:cNvSpPr>
            <a:spLocks noGrp="1"/>
          </p:cNvSpPr>
          <p:nvPr>
            <p:ph sz="half" idx="13"/>
          </p:nvPr>
        </p:nvSpPr>
        <p:spPr>
          <a:xfrm>
            <a:off x="6141600" y="1371600"/>
            <a:ext cx="2628000" cy="3049200"/>
          </a:xfrm>
        </p:spPr>
        <p:txBody>
          <a:bodyPr>
            <a:noAutofit/>
          </a:bodyPr>
          <a:lstStyle>
            <a:lvl1pPr>
              <a:lnSpc>
                <a:spcPts val="1375"/>
              </a:lnSpc>
              <a:defRPr sz="1100"/>
            </a:lvl1pPr>
            <a:lvl2pPr>
              <a:lnSpc>
                <a:spcPts val="1375"/>
              </a:lnSpc>
              <a:defRPr sz="1100"/>
            </a:lvl2pPr>
            <a:lvl3pPr>
              <a:lnSpc>
                <a:spcPts val="1375"/>
              </a:lnSpc>
              <a:defRPr sz="1100"/>
            </a:lvl3pPr>
            <a:lvl4pPr>
              <a:lnSpc>
                <a:spcPts val="1375"/>
              </a:lnSpc>
              <a:defRPr sz="1100"/>
            </a:lvl4pPr>
            <a:lvl5pPr>
              <a:lnSpc>
                <a:spcPts val="1375"/>
              </a:lnSpc>
              <a:defRPr sz="11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4037846987"/>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small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377825" y="1371600"/>
            <a:ext cx="5508000" cy="33988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6CB4B4D-7CA3-9044-876B-883B54F8677D}" type="slidenum">
              <a:rPr lang="de-DE" smtClean="0"/>
              <a:t>‹#›</a:t>
            </a:fld>
            <a:endParaRPr lang="de-DE"/>
          </a:p>
        </p:txBody>
      </p:sp>
      <p:sp>
        <p:nvSpPr>
          <p:cNvPr id="9" name="Bildplatzhalter 8"/>
          <p:cNvSpPr>
            <a:spLocks noGrp="1"/>
          </p:cNvSpPr>
          <p:nvPr>
            <p:ph type="pic" sz="quarter" idx="13"/>
          </p:nvPr>
        </p:nvSpPr>
        <p:spPr>
          <a:xfrm>
            <a:off x="6138000" y="1371600"/>
            <a:ext cx="2628000" cy="2628000"/>
          </a:xfrm>
        </p:spPr>
        <p:txBody>
          <a:bodyPr/>
          <a:lstStyle/>
          <a:p>
            <a:r>
              <a:rPr lang="en-US"/>
              <a:t>Click icon to add picture</a:t>
            </a:r>
            <a:endParaRPr lang="de-DE"/>
          </a:p>
        </p:txBody>
      </p:sp>
      <p:sp>
        <p:nvSpPr>
          <p:cNvPr id="8" name="Textplatzhalter 4"/>
          <p:cNvSpPr>
            <a:spLocks noGrp="1"/>
          </p:cNvSpPr>
          <p:nvPr>
            <p:ph type="body" sz="half" idx="3" hasCustomPrompt="1"/>
          </p:nvPr>
        </p:nvSpPr>
        <p:spPr>
          <a:xfrm>
            <a:off x="6138000" y="4060800"/>
            <a:ext cx="2628000" cy="360000"/>
          </a:xfrm>
        </p:spPr>
        <p:txBody>
          <a:bodyPr anchor="b" anchorCtr="0">
            <a:noAutofit/>
          </a:bodyPr>
          <a:lstStyle>
            <a:lvl1pPr>
              <a:defRPr sz="900">
                <a:solidFill>
                  <a:srgbClr val="B00402"/>
                </a:solidFill>
              </a:defRPr>
            </a:lvl1pPr>
            <a:lvl2pPr>
              <a:defRPr sz="900">
                <a:solidFill>
                  <a:srgbClr val="B00402"/>
                </a:solidFill>
              </a:defRPr>
            </a:lvl2pPr>
            <a:lvl3pPr>
              <a:defRPr sz="900">
                <a:solidFill>
                  <a:srgbClr val="B00402"/>
                </a:solidFill>
              </a:defRPr>
            </a:lvl3pPr>
            <a:lvl4pPr>
              <a:defRPr sz="900">
                <a:solidFill>
                  <a:srgbClr val="B00402"/>
                </a:solidFill>
              </a:defRPr>
            </a:lvl4pPr>
            <a:lvl5pPr>
              <a:defRPr sz="900">
                <a:solidFill>
                  <a:srgbClr val="B00402"/>
                </a:solidFill>
              </a:defRPr>
            </a:lvl5pPr>
          </a:lstStyle>
          <a:p>
            <a:pPr lvl="0"/>
            <a:r>
              <a:rPr lang="de-DE" dirty="0"/>
              <a:t>Additional </a:t>
            </a:r>
            <a:r>
              <a:rPr lang="de-DE" dirty="0" err="1"/>
              <a:t>information</a:t>
            </a:r>
            <a:endParaRPr lang="de-DE" dirty="0"/>
          </a:p>
        </p:txBody>
      </p:sp>
    </p:spTree>
    <p:extLst>
      <p:ext uri="{BB962C8B-B14F-4D97-AF65-F5344CB8AC3E}">
        <p14:creationId xmlns:p14="http://schemas.microsoft.com/office/powerpoint/2010/main" val="77886253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medium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4" name="Inhaltsplatzhalter 3"/>
          <p:cNvSpPr>
            <a:spLocks noGrp="1"/>
          </p:cNvSpPr>
          <p:nvPr>
            <p:ph sz="half" idx="2"/>
          </p:nvPr>
        </p:nvSpPr>
        <p:spPr>
          <a:xfrm>
            <a:off x="6138000" y="1371600"/>
            <a:ext cx="2628000" cy="2628000"/>
          </a:xfrm>
        </p:spPr>
        <p:txBody>
          <a:bodyPr/>
          <a:lstStyle>
            <a:lvl1pPr>
              <a:lnSpc>
                <a:spcPts val="1375"/>
              </a:lnSpc>
              <a:defRPr sz="1100"/>
            </a:lvl1pPr>
            <a:lvl2pPr>
              <a:lnSpc>
                <a:spcPts val="1375"/>
              </a:lnSpc>
              <a:defRPr sz="1100"/>
            </a:lvl2pPr>
            <a:lvl3pPr>
              <a:lnSpc>
                <a:spcPts val="1375"/>
              </a:lnSpc>
              <a:defRPr sz="1100"/>
            </a:lvl3pPr>
            <a:lvl4pPr>
              <a:lnSpc>
                <a:spcPts val="1375"/>
              </a:lnSpc>
              <a:defRPr sz="1100"/>
            </a:lvl4pPr>
            <a:lvl5pPr>
              <a:lnSpc>
                <a:spcPts val="1375"/>
              </a:lnSpc>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Datumsplatzhalter 4"/>
          <p:cNvSpPr>
            <a:spLocks noGrp="1"/>
          </p:cNvSpPr>
          <p:nvPr>
            <p:ph type="dt" sz="half" idx="10"/>
          </p:nvPr>
        </p:nvSpPr>
        <p:spPr/>
        <p:txBody>
          <a:bodyPr/>
          <a:lstStyle/>
          <a:p>
            <a:r>
              <a:rPr lang="de-DE"/>
              <a:t>TT.MM.JJJJ</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6CB4B4D-7CA3-9044-876B-883B54F8677D}" type="slidenum">
              <a:rPr lang="de-DE" smtClean="0"/>
              <a:t>‹#›</a:t>
            </a:fld>
            <a:endParaRPr lang="de-DE"/>
          </a:p>
        </p:txBody>
      </p:sp>
      <p:sp>
        <p:nvSpPr>
          <p:cNvPr id="9" name="Bildplatzhalter 8"/>
          <p:cNvSpPr>
            <a:spLocks noGrp="1"/>
          </p:cNvSpPr>
          <p:nvPr>
            <p:ph type="pic" sz="quarter" idx="13"/>
          </p:nvPr>
        </p:nvSpPr>
        <p:spPr>
          <a:xfrm>
            <a:off x="0" y="1371600"/>
            <a:ext cx="5886000" cy="3772800"/>
          </a:xfrm>
        </p:spPr>
        <p:txBody>
          <a:bodyPr/>
          <a:lstStyle/>
          <a:p>
            <a:r>
              <a:rPr lang="en-US"/>
              <a:t>Click icon to add picture</a:t>
            </a:r>
            <a:endParaRPr lang="de-DE"/>
          </a:p>
        </p:txBody>
      </p:sp>
      <p:sp>
        <p:nvSpPr>
          <p:cNvPr id="8" name="Textplatzhalter 4"/>
          <p:cNvSpPr>
            <a:spLocks noGrp="1"/>
          </p:cNvSpPr>
          <p:nvPr>
            <p:ph type="body" sz="half" idx="3" hasCustomPrompt="1"/>
          </p:nvPr>
        </p:nvSpPr>
        <p:spPr>
          <a:xfrm>
            <a:off x="6138000" y="4060800"/>
            <a:ext cx="2628000" cy="360000"/>
          </a:xfrm>
        </p:spPr>
        <p:txBody>
          <a:bodyPr anchor="b" anchorCtr="0">
            <a:noAutofit/>
          </a:bodyPr>
          <a:lstStyle>
            <a:lvl1pPr>
              <a:defRPr sz="900">
                <a:solidFill>
                  <a:srgbClr val="B00402"/>
                </a:solidFill>
              </a:defRPr>
            </a:lvl1pPr>
            <a:lvl2pPr>
              <a:defRPr sz="900">
                <a:solidFill>
                  <a:srgbClr val="B00402"/>
                </a:solidFill>
              </a:defRPr>
            </a:lvl2pPr>
            <a:lvl3pPr>
              <a:defRPr sz="900">
                <a:solidFill>
                  <a:srgbClr val="B00402"/>
                </a:solidFill>
              </a:defRPr>
            </a:lvl3pPr>
            <a:lvl4pPr>
              <a:defRPr sz="900">
                <a:solidFill>
                  <a:srgbClr val="B00402"/>
                </a:solidFill>
              </a:defRPr>
            </a:lvl4pPr>
            <a:lvl5pPr>
              <a:defRPr sz="900">
                <a:solidFill>
                  <a:srgbClr val="B00402"/>
                </a:solidFill>
              </a:defRPr>
            </a:lvl5pPr>
          </a:lstStyle>
          <a:p>
            <a:pPr lvl="0"/>
            <a:r>
              <a:rPr lang="de-DE" dirty="0"/>
              <a:t>Additional </a:t>
            </a:r>
            <a:r>
              <a:rPr lang="de-DE" dirty="0" err="1"/>
              <a:t>information</a:t>
            </a:r>
            <a:endParaRPr lang="de-DE" dirty="0"/>
          </a:p>
        </p:txBody>
      </p:sp>
    </p:spTree>
    <p:extLst>
      <p:ext uri="{BB962C8B-B14F-4D97-AF65-F5344CB8AC3E}">
        <p14:creationId xmlns:p14="http://schemas.microsoft.com/office/powerpoint/2010/main" val="2704142505"/>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Datumsplatzhalter 2"/>
          <p:cNvSpPr>
            <a:spLocks noGrp="1"/>
          </p:cNvSpPr>
          <p:nvPr>
            <p:ph type="dt" sz="half" idx="10"/>
          </p:nvPr>
        </p:nvSpPr>
        <p:spPr/>
        <p:txBody>
          <a:bodyPr/>
          <a:lstStyle/>
          <a:p>
            <a:r>
              <a:rPr lang="de-DE"/>
              <a:t>TT.MM.JJJJ</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6CB4B4D-7CA3-9044-876B-883B54F8677D}" type="slidenum">
              <a:rPr lang="de-DE" smtClean="0"/>
              <a:t>‹#›</a:t>
            </a:fld>
            <a:endParaRPr lang="de-DE"/>
          </a:p>
        </p:txBody>
      </p:sp>
      <p:sp>
        <p:nvSpPr>
          <p:cNvPr id="9" name="Bildplatzhalter 8"/>
          <p:cNvSpPr>
            <a:spLocks noGrp="1"/>
          </p:cNvSpPr>
          <p:nvPr>
            <p:ph type="pic" sz="quarter" idx="13"/>
          </p:nvPr>
        </p:nvSpPr>
        <p:spPr>
          <a:xfrm>
            <a:off x="0" y="1371600"/>
            <a:ext cx="9144000" cy="3772800"/>
          </a:xfrm>
        </p:spPr>
        <p:txBody>
          <a:bodyPr/>
          <a:lstStyle/>
          <a:p>
            <a:r>
              <a:rPr lang="en-US"/>
              <a:t>Click icon to add picture</a:t>
            </a:r>
            <a:endParaRPr lang="de-DE"/>
          </a:p>
        </p:txBody>
      </p:sp>
    </p:spTree>
    <p:extLst>
      <p:ext uri="{BB962C8B-B14F-4D97-AF65-F5344CB8AC3E}">
        <p14:creationId xmlns:p14="http://schemas.microsoft.com/office/powerpoint/2010/main" val="239817184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Graph/Tab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quarter" idx="1"/>
          </p:nvPr>
        </p:nvSpPr>
        <p:spPr>
          <a:xfrm>
            <a:off x="377825" y="1371599"/>
            <a:ext cx="5508000" cy="3398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quarter" idx="2"/>
          </p:nvPr>
        </p:nvSpPr>
        <p:spPr>
          <a:xfrm>
            <a:off x="6138000" y="1371600"/>
            <a:ext cx="2628000" cy="2628000"/>
          </a:xfrm>
        </p:spPr>
        <p:txBody>
          <a:bodyPr/>
          <a:lstStyle>
            <a:lvl1pPr>
              <a:lnSpc>
                <a:spcPts val="1375"/>
              </a:lnSpc>
              <a:defRPr sz="1100"/>
            </a:lvl1pPr>
            <a:lvl2pPr>
              <a:lnSpc>
                <a:spcPts val="1375"/>
              </a:lnSpc>
              <a:defRPr sz="1100"/>
            </a:lvl2pPr>
            <a:lvl3pPr>
              <a:lnSpc>
                <a:spcPts val="1375"/>
              </a:lnSpc>
              <a:defRPr sz="1100"/>
            </a:lvl3pPr>
            <a:lvl4pPr>
              <a:lnSpc>
                <a:spcPts val="1375"/>
              </a:lnSpc>
              <a:defRPr sz="1100"/>
            </a:lvl4pPr>
            <a:lvl5pPr>
              <a:lnSpc>
                <a:spcPts val="1375"/>
              </a:lnSpc>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extplatzhalter 4"/>
          <p:cNvSpPr>
            <a:spLocks noGrp="1"/>
          </p:cNvSpPr>
          <p:nvPr>
            <p:ph type="body" sz="half" idx="3" hasCustomPrompt="1"/>
          </p:nvPr>
        </p:nvSpPr>
        <p:spPr>
          <a:xfrm>
            <a:off x="6138000" y="4060800"/>
            <a:ext cx="2628000" cy="360000"/>
          </a:xfrm>
        </p:spPr>
        <p:txBody>
          <a:bodyPr anchor="b" anchorCtr="0">
            <a:noAutofit/>
          </a:bodyPr>
          <a:lstStyle>
            <a:lvl1pPr>
              <a:defRPr sz="900">
                <a:solidFill>
                  <a:srgbClr val="B00402"/>
                </a:solidFill>
              </a:defRPr>
            </a:lvl1pPr>
            <a:lvl2pPr>
              <a:defRPr sz="900">
                <a:solidFill>
                  <a:srgbClr val="B00402"/>
                </a:solidFill>
              </a:defRPr>
            </a:lvl2pPr>
            <a:lvl3pPr>
              <a:defRPr sz="900">
                <a:solidFill>
                  <a:srgbClr val="B00402"/>
                </a:solidFill>
              </a:defRPr>
            </a:lvl3pPr>
            <a:lvl4pPr>
              <a:defRPr sz="900">
                <a:solidFill>
                  <a:srgbClr val="B00402"/>
                </a:solidFill>
              </a:defRPr>
            </a:lvl4pPr>
            <a:lvl5pPr>
              <a:defRPr sz="900">
                <a:solidFill>
                  <a:srgbClr val="B00402"/>
                </a:solidFill>
              </a:defRPr>
            </a:lvl5pPr>
          </a:lstStyle>
          <a:p>
            <a:pPr lvl="0"/>
            <a:r>
              <a:rPr lang="de-DE" dirty="0"/>
              <a:t>Additional </a:t>
            </a:r>
            <a:r>
              <a:rPr lang="de-DE" dirty="0" err="1"/>
              <a:t>information</a:t>
            </a:r>
            <a:endParaRPr lang="de-DE" dirty="0"/>
          </a:p>
        </p:txBody>
      </p:sp>
      <p:sp>
        <p:nvSpPr>
          <p:cNvPr id="6" name="Datumsplatzhalter 5"/>
          <p:cNvSpPr>
            <a:spLocks noGrp="1"/>
          </p:cNvSpPr>
          <p:nvPr>
            <p:ph type="dt" sz="half" idx="10"/>
          </p:nvPr>
        </p:nvSpPr>
        <p:spPr/>
        <p:txBody>
          <a:bodyPr/>
          <a:lstStyle/>
          <a:p>
            <a:r>
              <a:rPr lang="de-DE"/>
              <a:t>TT.MM.JJJJ</a:t>
            </a:r>
          </a:p>
        </p:txBody>
      </p:sp>
      <p:sp>
        <p:nvSpPr>
          <p:cNvPr id="7" name="Fußzeilenplatzhalter 6"/>
          <p:cNvSpPr>
            <a:spLocks noGrp="1"/>
          </p:cNvSpPr>
          <p:nvPr>
            <p:ph type="ftr" sz="quarter" idx="11"/>
          </p:nvPr>
        </p:nvSpPr>
        <p:spPr/>
        <p:txBody>
          <a:bodyPr/>
          <a:lstStyle/>
          <a:p>
            <a:endParaRPr lang="de-DE"/>
          </a:p>
        </p:txBody>
      </p:sp>
      <p:sp>
        <p:nvSpPr>
          <p:cNvPr id="8" name="Foliennummernplatzhalter 7"/>
          <p:cNvSpPr>
            <a:spLocks noGrp="1"/>
          </p:cNvSpPr>
          <p:nvPr>
            <p:ph type="sldNum" sz="quarter" idx="12"/>
          </p:nvPr>
        </p:nvSpPr>
        <p:spPr/>
        <p:txBody>
          <a:bodyPr/>
          <a:lstStyle/>
          <a:p>
            <a:fld id="{86CB4B4D-7CA3-9044-876B-883B54F8677D}" type="slidenum">
              <a:rPr lang="de-DE" smtClean="0"/>
              <a:t>‹#›</a:t>
            </a:fld>
            <a:endParaRPr lang="de-DE"/>
          </a:p>
        </p:txBody>
      </p:sp>
    </p:spTree>
    <p:extLst>
      <p:ext uri="{BB962C8B-B14F-4D97-AF65-F5344CB8AC3E}">
        <p14:creationId xmlns:p14="http://schemas.microsoft.com/office/powerpoint/2010/main" val="415035241"/>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Custom char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Datumsplatzhalter 2"/>
          <p:cNvSpPr>
            <a:spLocks noGrp="1"/>
          </p:cNvSpPr>
          <p:nvPr>
            <p:ph type="dt" sz="half" idx="10"/>
          </p:nvPr>
        </p:nvSpPr>
        <p:spPr/>
        <p:txBody>
          <a:bodyPr/>
          <a:lstStyle/>
          <a:p>
            <a:r>
              <a:rPr lang="de-DE"/>
              <a:t>TT.MM.JJJJ</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6CB4B4D-7CA3-9044-876B-883B54F8677D}" type="slidenum">
              <a:rPr lang="de-DE" smtClean="0"/>
              <a:t>‹#›</a:t>
            </a:fld>
            <a:endParaRPr lang="de-DE"/>
          </a:p>
        </p:txBody>
      </p:sp>
      <p:sp>
        <p:nvSpPr>
          <p:cNvPr id="6" name="Rectangle 44">
            <a:extLst>
              <a:ext uri="{FF2B5EF4-FFF2-40B4-BE49-F238E27FC236}">
                <a16:creationId xmlns:a16="http://schemas.microsoft.com/office/drawing/2014/main" id="{EFD50C13-9811-4B42-B6E7-EB61421ADC60}"/>
              </a:ext>
            </a:extLst>
          </p:cNvPr>
          <p:cNvSpPr/>
          <p:nvPr userDrawn="1"/>
        </p:nvSpPr>
        <p:spPr>
          <a:xfrm>
            <a:off x="377825" y="59985"/>
            <a:ext cx="1804658" cy="251059"/>
          </a:xfrm>
          <a:prstGeom prst="rect">
            <a:avLst/>
          </a:prstGeom>
          <a:noFill/>
          <a:ln w="3175">
            <a:noFill/>
          </a:ln>
        </p:spPr>
        <p:txBody>
          <a:bodyPr vert="horz" wrap="square" lIns="0" tIns="0" rIns="0" bIns="0" rtlCol="0" anchor="ctr" anchorCtr="0">
            <a:noAutofit/>
          </a:bodyPr>
          <a:lstStyle/>
          <a:p>
            <a:pPr>
              <a:spcAft>
                <a:spcPts val="600"/>
              </a:spcAft>
              <a:buClr>
                <a:srgbClr val="F21C0A"/>
              </a:buClr>
              <a:buFont typeface="Arial" pitchFamily="34" charset="0"/>
              <a:buNone/>
            </a:pPr>
            <a:r>
              <a:rPr lang="en-US" sz="1200" b="1">
                <a:solidFill>
                  <a:srgbClr val="F21C0A"/>
                </a:solidFill>
                <a:cs typeface="Calibri"/>
              </a:rPr>
              <a:t>E.ON |</a:t>
            </a:r>
            <a:r>
              <a:rPr lang="en-US" sz="1200" b="1">
                <a:solidFill>
                  <a:schemeClr val="tx1">
                    <a:lumMod val="50000"/>
                    <a:lumOff val="50000"/>
                  </a:schemeClr>
                </a:solidFill>
                <a:cs typeface="Calibri"/>
              </a:rPr>
              <a:t> C</a:t>
            </a:r>
            <a:r>
              <a:rPr lang="en-US" sz="1200" b="1" noProof="0">
                <a:solidFill>
                  <a:schemeClr val="tx1">
                    <a:lumMod val="50000"/>
                    <a:lumOff val="50000"/>
                  </a:schemeClr>
                </a:solidFill>
              </a:rPr>
              <a:t>BMS</a:t>
            </a:r>
          </a:p>
        </p:txBody>
      </p:sp>
    </p:spTree>
    <p:extLst>
      <p:ext uri="{BB962C8B-B14F-4D97-AF65-F5344CB8AC3E}">
        <p14:creationId xmlns:p14="http://schemas.microsoft.com/office/powerpoint/2010/main" val="746070299"/>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de-DE"/>
              <a:t>TT.MM.JJJJ</a:t>
            </a:r>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86CB4B4D-7CA3-9044-876B-883B54F8677D}" type="slidenum">
              <a:rPr lang="de-DE" smtClean="0"/>
              <a:t>‹#›</a:t>
            </a:fld>
            <a:endParaRPr lang="de-DE"/>
          </a:p>
        </p:txBody>
      </p:sp>
    </p:spTree>
    <p:extLst>
      <p:ext uri="{BB962C8B-B14F-4D97-AF65-F5344CB8AC3E}">
        <p14:creationId xmlns:p14="http://schemas.microsoft.com/office/powerpoint/2010/main" val="3144140517"/>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No slidenumber, no da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4" name="Fußzeilenplatzhalter 3"/>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1843216206"/>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Agenda 1 column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a:xfrm>
            <a:off x="378000" y="1371600"/>
            <a:ext cx="5508000" cy="3049200"/>
          </a:xfrm>
        </p:spPr>
        <p:txBody>
          <a:bodyPr/>
          <a:lstStyle>
            <a:lvl1pPr marL="355600" indent="-355600">
              <a:spcAft>
                <a:spcPts val="1000"/>
              </a:spcAft>
              <a:buFont typeface="+mj-lt"/>
              <a:buAutoNum type="arabicPeriod"/>
              <a:defRPr>
                <a:latin typeface="+mj-lt"/>
              </a:defRPr>
            </a:lvl1pPr>
            <a:lvl2pPr marL="542925" indent="-187325">
              <a:spcAft>
                <a:spcPts val="1000"/>
              </a:spcAft>
              <a:defRPr>
                <a:latin typeface="+mj-lt"/>
              </a:defRPr>
            </a:lvl2pPr>
            <a:lvl3pPr marL="720725" indent="-177800">
              <a:spcAft>
                <a:spcPts val="1000"/>
              </a:spcAft>
              <a:defRPr>
                <a:latin typeface="+mj-lt"/>
              </a:defRPr>
            </a:lvl3pPr>
            <a:lvl4pPr marL="898525" indent="-177800">
              <a:spcAft>
                <a:spcPts val="1000"/>
              </a:spcAft>
              <a:defRPr>
                <a:latin typeface="+mj-lt"/>
              </a:defRPr>
            </a:lvl4pPr>
            <a:lvl5pPr marL="1076325" indent="-177800">
              <a:spcAft>
                <a:spcPts val="1000"/>
              </a:spcAft>
              <a:defRPr>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p>
            <a:endParaRPr lang="de-DE"/>
          </a:p>
        </p:txBody>
      </p:sp>
      <p:pic>
        <p:nvPicPr>
          <p:cNvPr id="7" name="EON_Logo_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231577845"/>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2 columns white">
    <p:bg>
      <p:bgPr>
        <a:solidFill>
          <a:srgbClr val="FFFFFF"/>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en-US"/>
              <a:t>Click to edit Master title style</a:t>
            </a:r>
            <a:endParaRPr lang="de-DE" dirty="0"/>
          </a:p>
        </p:txBody>
      </p:sp>
      <p:sp>
        <p:nvSpPr>
          <p:cNvPr id="3" name="Inhaltsplatzhalter 2"/>
          <p:cNvSpPr>
            <a:spLocks noGrp="1"/>
          </p:cNvSpPr>
          <p:nvPr>
            <p:ph sz="half" idx="1"/>
          </p:nvPr>
        </p:nvSpPr>
        <p:spPr>
          <a:xfrm>
            <a:off x="378000" y="1371600"/>
            <a:ext cx="4068000" cy="2340000"/>
          </a:xfrm>
        </p:spPr>
        <p:txBody>
          <a:bodyPr>
            <a:noAutofit/>
          </a:bodyPr>
          <a:lstStyle>
            <a:lvl1pPr marL="355600" indent="-355600">
              <a:spcAft>
                <a:spcPts val="1000"/>
              </a:spcAft>
              <a:buFont typeface="+mj-lt"/>
              <a:buAutoNum type="arabicPeriod"/>
              <a:defRPr sz="1400">
                <a:solidFill>
                  <a:srgbClr val="000000"/>
                </a:solidFill>
                <a:latin typeface="+mj-lt"/>
              </a:defRPr>
            </a:lvl1pPr>
            <a:lvl2pPr marL="542925" indent="-187325">
              <a:spcAft>
                <a:spcPts val="1000"/>
              </a:spcAft>
              <a:defRPr sz="1400">
                <a:solidFill>
                  <a:srgbClr val="000000"/>
                </a:solidFill>
                <a:latin typeface="+mj-lt"/>
              </a:defRPr>
            </a:lvl2pPr>
            <a:lvl3pPr marL="720725" indent="-177800">
              <a:spcAft>
                <a:spcPts val="1000"/>
              </a:spcAft>
              <a:defRPr sz="1400">
                <a:solidFill>
                  <a:srgbClr val="000000"/>
                </a:solidFill>
                <a:latin typeface="+mj-lt"/>
              </a:defRPr>
            </a:lvl3pPr>
            <a:lvl4pPr marL="898525" indent="-177800">
              <a:spcAft>
                <a:spcPts val="1000"/>
              </a:spcAft>
              <a:defRPr sz="1400">
                <a:solidFill>
                  <a:srgbClr val="000000"/>
                </a:solidFill>
                <a:latin typeface="+mj-lt"/>
              </a:defRPr>
            </a:lvl4pPr>
            <a:lvl5pPr marL="1076325" indent="-177800">
              <a:spcAft>
                <a:spcPts val="1000"/>
              </a:spcAft>
              <a:defRPr sz="1400">
                <a:solidFill>
                  <a:srgbClr val="000000"/>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4698000" y="1371600"/>
            <a:ext cx="4068000" cy="2340000"/>
          </a:xfrm>
        </p:spPr>
        <p:txBody>
          <a:bodyPr>
            <a:noAutofit/>
          </a:bodyPr>
          <a:lstStyle>
            <a:lvl1pPr marL="355600" indent="-355600">
              <a:spcAft>
                <a:spcPts val="1000"/>
              </a:spcAft>
              <a:buFont typeface="+mj-lt"/>
              <a:buAutoNum type="arabicPeriod"/>
              <a:defRPr sz="1400">
                <a:solidFill>
                  <a:srgbClr val="000000"/>
                </a:solidFill>
                <a:latin typeface="+mj-lt"/>
              </a:defRPr>
            </a:lvl1pPr>
            <a:lvl2pPr marL="542925" indent="-187325">
              <a:spcAft>
                <a:spcPts val="1000"/>
              </a:spcAft>
              <a:defRPr sz="1400">
                <a:solidFill>
                  <a:srgbClr val="000000"/>
                </a:solidFill>
                <a:latin typeface="+mj-lt"/>
              </a:defRPr>
            </a:lvl2pPr>
            <a:lvl3pPr marL="720725" indent="-177800">
              <a:spcAft>
                <a:spcPts val="1000"/>
              </a:spcAft>
              <a:defRPr sz="1400">
                <a:solidFill>
                  <a:srgbClr val="000000"/>
                </a:solidFill>
                <a:latin typeface="+mj-lt"/>
              </a:defRPr>
            </a:lvl3pPr>
            <a:lvl4pPr marL="898525" indent="-177800">
              <a:spcAft>
                <a:spcPts val="1000"/>
              </a:spcAft>
              <a:defRPr sz="1400">
                <a:solidFill>
                  <a:srgbClr val="000000"/>
                </a:solidFill>
                <a:latin typeface="+mj-lt"/>
              </a:defRPr>
            </a:lvl4pPr>
            <a:lvl5pPr marL="1076325" indent="-177800">
              <a:spcAft>
                <a:spcPts val="1000"/>
              </a:spcAft>
              <a:defRPr sz="1400">
                <a:solidFill>
                  <a:srgbClr val="000000"/>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pic>
        <p:nvPicPr>
          <p:cNvPr id="7" name="EON_Logo_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1929075681"/>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3 columns white">
    <p:bg>
      <p:bgPr>
        <a:solidFill>
          <a:srgbClr val="FFFFFF"/>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en-US"/>
              <a:t>Click to edit Master title style</a:t>
            </a:r>
            <a:endParaRPr lang="de-DE"/>
          </a:p>
        </p:txBody>
      </p:sp>
      <p:sp>
        <p:nvSpPr>
          <p:cNvPr id="3" name="Inhaltsplatzhalter 2"/>
          <p:cNvSpPr>
            <a:spLocks noGrp="1"/>
          </p:cNvSpPr>
          <p:nvPr>
            <p:ph sz="half" idx="1"/>
          </p:nvPr>
        </p:nvSpPr>
        <p:spPr>
          <a:xfrm>
            <a:off x="378000" y="1371600"/>
            <a:ext cx="2628000" cy="2340000"/>
          </a:xfrm>
        </p:spPr>
        <p:txBody>
          <a:bodyPr>
            <a:noAutofit/>
          </a:bodyPr>
          <a:lstStyle>
            <a:lvl1pPr marL="355600" indent="-355600">
              <a:spcAft>
                <a:spcPts val="1000"/>
              </a:spcAft>
              <a:buFont typeface="+mj-lt"/>
              <a:buAutoNum type="arabicPeriod"/>
              <a:defRPr sz="1400">
                <a:solidFill>
                  <a:srgbClr val="000000"/>
                </a:solidFill>
                <a:latin typeface="+mj-lt"/>
              </a:defRPr>
            </a:lvl1pPr>
            <a:lvl2pPr marL="542925" indent="-187325">
              <a:spcAft>
                <a:spcPts val="1000"/>
              </a:spcAft>
              <a:defRPr sz="1400">
                <a:solidFill>
                  <a:srgbClr val="000000"/>
                </a:solidFill>
                <a:latin typeface="+mj-lt"/>
              </a:defRPr>
            </a:lvl2pPr>
            <a:lvl3pPr marL="720725" indent="-177800">
              <a:spcAft>
                <a:spcPts val="1000"/>
              </a:spcAft>
              <a:defRPr sz="1400">
                <a:solidFill>
                  <a:srgbClr val="000000"/>
                </a:solidFill>
                <a:latin typeface="+mj-lt"/>
              </a:defRPr>
            </a:lvl3pPr>
            <a:lvl4pPr marL="898525" indent="-177800">
              <a:spcAft>
                <a:spcPts val="1000"/>
              </a:spcAft>
              <a:defRPr sz="1400">
                <a:solidFill>
                  <a:srgbClr val="000000"/>
                </a:solidFill>
                <a:latin typeface="+mj-lt"/>
              </a:defRPr>
            </a:lvl4pPr>
            <a:lvl5pPr marL="1076325" indent="-177800">
              <a:spcAft>
                <a:spcPts val="1000"/>
              </a:spcAft>
              <a:defRPr sz="1400">
                <a:solidFill>
                  <a:srgbClr val="000000"/>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3258000" y="1371600"/>
            <a:ext cx="2628000" cy="2340000"/>
          </a:xfrm>
        </p:spPr>
        <p:txBody>
          <a:bodyPr>
            <a:noAutofit/>
          </a:bodyPr>
          <a:lstStyle>
            <a:lvl1pPr marL="355600" indent="-355600">
              <a:spcAft>
                <a:spcPts val="1000"/>
              </a:spcAft>
              <a:buFont typeface="+mj-lt"/>
              <a:buAutoNum type="arabicPeriod"/>
              <a:defRPr sz="1400">
                <a:solidFill>
                  <a:srgbClr val="000000"/>
                </a:solidFill>
                <a:latin typeface="+mj-lt"/>
              </a:defRPr>
            </a:lvl1pPr>
            <a:lvl2pPr marL="542925" indent="-187325">
              <a:spcAft>
                <a:spcPts val="1000"/>
              </a:spcAft>
              <a:defRPr sz="1400">
                <a:solidFill>
                  <a:srgbClr val="000000"/>
                </a:solidFill>
                <a:latin typeface="+mj-lt"/>
              </a:defRPr>
            </a:lvl2pPr>
            <a:lvl3pPr marL="720725" indent="-177800">
              <a:spcAft>
                <a:spcPts val="1000"/>
              </a:spcAft>
              <a:defRPr sz="1400">
                <a:solidFill>
                  <a:srgbClr val="000000"/>
                </a:solidFill>
                <a:latin typeface="+mj-lt"/>
              </a:defRPr>
            </a:lvl3pPr>
            <a:lvl4pPr marL="898525" indent="-177800">
              <a:spcAft>
                <a:spcPts val="1000"/>
              </a:spcAft>
              <a:defRPr sz="1400">
                <a:solidFill>
                  <a:srgbClr val="000000"/>
                </a:solidFill>
                <a:latin typeface="+mj-lt"/>
              </a:defRPr>
            </a:lvl4pPr>
            <a:lvl5pPr marL="1076325" indent="-177800">
              <a:spcAft>
                <a:spcPts val="1000"/>
              </a:spcAft>
              <a:defRPr sz="1400">
                <a:solidFill>
                  <a:srgbClr val="000000"/>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sp>
        <p:nvSpPr>
          <p:cNvPr id="8" name="Inhaltsplatzhalter 3"/>
          <p:cNvSpPr>
            <a:spLocks noGrp="1"/>
          </p:cNvSpPr>
          <p:nvPr>
            <p:ph sz="half" idx="13"/>
          </p:nvPr>
        </p:nvSpPr>
        <p:spPr>
          <a:xfrm>
            <a:off x="6141600" y="1371600"/>
            <a:ext cx="2628000" cy="2340000"/>
          </a:xfrm>
        </p:spPr>
        <p:txBody>
          <a:bodyPr>
            <a:noAutofit/>
          </a:bodyPr>
          <a:lstStyle>
            <a:lvl1pPr marL="355600" indent="-355600">
              <a:spcAft>
                <a:spcPts val="1000"/>
              </a:spcAft>
              <a:buFont typeface="+mj-lt"/>
              <a:buAutoNum type="arabicPeriod"/>
              <a:defRPr sz="1400">
                <a:solidFill>
                  <a:srgbClr val="000000"/>
                </a:solidFill>
                <a:latin typeface="+mj-lt"/>
              </a:defRPr>
            </a:lvl1pPr>
            <a:lvl2pPr marL="542925" indent="-187325">
              <a:spcAft>
                <a:spcPts val="1000"/>
              </a:spcAft>
              <a:defRPr sz="1400">
                <a:solidFill>
                  <a:srgbClr val="000000"/>
                </a:solidFill>
                <a:latin typeface="+mj-lt"/>
              </a:defRPr>
            </a:lvl2pPr>
            <a:lvl3pPr marL="720725" indent="-177800">
              <a:spcAft>
                <a:spcPts val="1000"/>
              </a:spcAft>
              <a:defRPr sz="1400">
                <a:solidFill>
                  <a:srgbClr val="000000"/>
                </a:solidFill>
                <a:latin typeface="+mj-lt"/>
              </a:defRPr>
            </a:lvl3pPr>
            <a:lvl4pPr marL="898525" indent="-177800">
              <a:spcAft>
                <a:spcPts val="1000"/>
              </a:spcAft>
              <a:defRPr sz="1400">
                <a:solidFill>
                  <a:srgbClr val="000000"/>
                </a:solidFill>
                <a:latin typeface="+mj-lt"/>
              </a:defRPr>
            </a:lvl4pPr>
            <a:lvl5pPr marL="1076325" indent="-177800">
              <a:spcAft>
                <a:spcPts val="1000"/>
              </a:spcAft>
              <a:defRPr sz="1400">
                <a:solidFill>
                  <a:srgbClr val="000000"/>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pic>
        <p:nvPicPr>
          <p:cNvPr id="10" name="EON_Logo_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2142859244"/>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Agenda 1 column blue">
    <p:bg>
      <p:bgPr>
        <a:solidFill>
          <a:srgbClr val="5CC1CB"/>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en-US"/>
              <a:t>Click to edit Master title style</a:t>
            </a:r>
            <a:endParaRPr lang="de-DE"/>
          </a:p>
        </p:txBody>
      </p:sp>
      <p:sp>
        <p:nvSpPr>
          <p:cNvPr id="3" name="Inhaltsplatzhalter 2"/>
          <p:cNvSpPr>
            <a:spLocks noGrp="1"/>
          </p:cNvSpPr>
          <p:nvPr>
            <p:ph idx="1"/>
          </p:nvPr>
        </p:nvSpPr>
        <p:spPr>
          <a:xfrm>
            <a:off x="378000" y="1371600"/>
            <a:ext cx="5508000" cy="3049200"/>
          </a:xfrm>
        </p:spPr>
        <p:txBody>
          <a:bodyPr/>
          <a:lstStyle>
            <a:lvl1pPr marL="355600" indent="-355600">
              <a:spcAft>
                <a:spcPts val="1000"/>
              </a:spcAft>
              <a:buFont typeface="+mj-lt"/>
              <a:buAutoNum type="arabicPeriod"/>
              <a:defRPr>
                <a:solidFill>
                  <a:srgbClr val="FFFFFF"/>
                </a:solidFill>
                <a:latin typeface="+mj-lt"/>
              </a:defRPr>
            </a:lvl1pPr>
            <a:lvl2pPr marL="542925" indent="-187325">
              <a:spcAft>
                <a:spcPts val="1000"/>
              </a:spcAft>
              <a:defRPr>
                <a:solidFill>
                  <a:srgbClr val="FFFFFF"/>
                </a:solidFill>
                <a:latin typeface="+mj-lt"/>
              </a:defRPr>
            </a:lvl2pPr>
            <a:lvl3pPr marL="720725" indent="-177800">
              <a:spcAft>
                <a:spcPts val="1000"/>
              </a:spcAft>
              <a:defRPr>
                <a:solidFill>
                  <a:srgbClr val="FFFFFF"/>
                </a:solidFill>
                <a:latin typeface="+mj-lt"/>
              </a:defRPr>
            </a:lvl3pPr>
            <a:lvl4pPr marL="898525" indent="-177800">
              <a:spcAft>
                <a:spcPts val="1000"/>
              </a:spcAft>
              <a:defRPr>
                <a:solidFill>
                  <a:srgbClr val="FFFFFF"/>
                </a:solidFill>
                <a:latin typeface="+mj-lt"/>
              </a:defRPr>
            </a:lvl4pPr>
            <a:lvl5pPr marL="1076325" indent="-177800">
              <a:spcAft>
                <a:spcPts val="1000"/>
              </a:spcAft>
              <a:defRPr>
                <a:solidFill>
                  <a:srgbClr val="FFFFFF"/>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Fußzeilenplatzhalter 4"/>
          <p:cNvSpPr>
            <a:spLocks noGrp="1"/>
          </p:cNvSpPr>
          <p:nvPr>
            <p:ph type="ftr" sz="quarter" idx="11"/>
          </p:nvPr>
        </p:nvSpPr>
        <p:spPr/>
        <p:txBody>
          <a:bodyPr/>
          <a:lstStyle>
            <a:lvl1pPr>
              <a:defRPr>
                <a:solidFill>
                  <a:srgbClr val="FFFFFF"/>
                </a:solidFill>
              </a:defRPr>
            </a:lvl1pPr>
          </a:lstStyle>
          <a:p>
            <a:endParaRPr lang="de-DE"/>
          </a:p>
        </p:txBody>
      </p:sp>
      <p:pic>
        <p:nvPicPr>
          <p:cNvPr id="6" name="EON_Logo_w"/>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3759751411"/>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blue">
    <p:bg>
      <p:bgPr>
        <a:solidFill>
          <a:srgbClr val="5CC1CB"/>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en-US"/>
              <a:t>Click to edit Master title style</a:t>
            </a:r>
            <a:endParaRPr lang="de-DE"/>
          </a:p>
        </p:txBody>
      </p:sp>
      <p:sp>
        <p:nvSpPr>
          <p:cNvPr id="3" name="Inhaltsplatzhalter 2"/>
          <p:cNvSpPr>
            <a:spLocks noGrp="1"/>
          </p:cNvSpPr>
          <p:nvPr>
            <p:ph sz="half" idx="1"/>
          </p:nvPr>
        </p:nvSpPr>
        <p:spPr>
          <a:xfrm>
            <a:off x="378000" y="1371600"/>
            <a:ext cx="4068000" cy="2340000"/>
          </a:xfrm>
        </p:spPr>
        <p:txBody>
          <a:bodyPr>
            <a:noAutofit/>
          </a:bodyPr>
          <a:lstStyle>
            <a:lvl1pPr marL="355600" indent="-355600">
              <a:spcAft>
                <a:spcPts val="1000"/>
              </a:spcAft>
              <a:buFont typeface="+mj-lt"/>
              <a:buAutoNum type="arabicPeriod"/>
              <a:defRPr sz="1400">
                <a:solidFill>
                  <a:srgbClr val="FFFFFF"/>
                </a:solidFill>
                <a:latin typeface="+mj-lt"/>
              </a:defRPr>
            </a:lvl1pPr>
            <a:lvl2pPr marL="542925" indent="-187325">
              <a:spcAft>
                <a:spcPts val="1000"/>
              </a:spcAft>
              <a:defRPr sz="1400">
                <a:solidFill>
                  <a:srgbClr val="FFFFFF"/>
                </a:solidFill>
                <a:latin typeface="+mj-lt"/>
              </a:defRPr>
            </a:lvl2pPr>
            <a:lvl3pPr marL="720725" indent="-177800">
              <a:spcAft>
                <a:spcPts val="1000"/>
              </a:spcAft>
              <a:defRPr sz="1400">
                <a:solidFill>
                  <a:srgbClr val="FFFFFF"/>
                </a:solidFill>
                <a:latin typeface="+mj-lt"/>
              </a:defRPr>
            </a:lvl3pPr>
            <a:lvl4pPr marL="898525" indent="-177800">
              <a:spcAft>
                <a:spcPts val="1000"/>
              </a:spcAft>
              <a:defRPr sz="1400">
                <a:solidFill>
                  <a:srgbClr val="FFFFFF"/>
                </a:solidFill>
                <a:latin typeface="+mj-lt"/>
              </a:defRPr>
            </a:lvl4pPr>
            <a:lvl5pPr marL="1076325" indent="-177800">
              <a:spcAft>
                <a:spcPts val="1000"/>
              </a:spcAft>
              <a:defRPr sz="1400">
                <a:solidFill>
                  <a:srgbClr val="FFFFFF"/>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4698000" y="1371600"/>
            <a:ext cx="4068000" cy="2340000"/>
          </a:xfrm>
        </p:spPr>
        <p:txBody>
          <a:bodyPr>
            <a:noAutofit/>
          </a:bodyPr>
          <a:lstStyle>
            <a:lvl1pPr marL="355600" indent="-355600">
              <a:spcAft>
                <a:spcPts val="1000"/>
              </a:spcAft>
              <a:buFont typeface="+mj-lt"/>
              <a:buAutoNum type="arabicPeriod"/>
              <a:defRPr sz="1400">
                <a:solidFill>
                  <a:srgbClr val="FFFFFF"/>
                </a:solidFill>
                <a:latin typeface="+mj-lt"/>
              </a:defRPr>
            </a:lvl1pPr>
            <a:lvl2pPr marL="542925" indent="-187325">
              <a:spcAft>
                <a:spcPts val="1000"/>
              </a:spcAft>
              <a:defRPr sz="1400">
                <a:solidFill>
                  <a:srgbClr val="FFFFFF"/>
                </a:solidFill>
                <a:latin typeface="+mj-lt"/>
              </a:defRPr>
            </a:lvl2pPr>
            <a:lvl3pPr marL="720725" indent="-177800">
              <a:spcAft>
                <a:spcPts val="1000"/>
              </a:spcAft>
              <a:defRPr sz="1400">
                <a:solidFill>
                  <a:srgbClr val="FFFFFF"/>
                </a:solidFill>
                <a:latin typeface="+mj-lt"/>
              </a:defRPr>
            </a:lvl3pPr>
            <a:lvl4pPr marL="898525" indent="-177800">
              <a:spcAft>
                <a:spcPts val="1000"/>
              </a:spcAft>
              <a:defRPr sz="1400">
                <a:solidFill>
                  <a:srgbClr val="FFFFFF"/>
                </a:solidFill>
                <a:latin typeface="+mj-lt"/>
              </a:defRPr>
            </a:lvl4pPr>
            <a:lvl5pPr marL="1076325" indent="-177800">
              <a:spcAft>
                <a:spcPts val="1000"/>
              </a:spcAft>
              <a:defRPr sz="1400">
                <a:solidFill>
                  <a:srgbClr val="FFFFFF"/>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pic>
        <p:nvPicPr>
          <p:cNvPr id="9" name="EON_Logo_w"/>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2595299056"/>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3 columns blue">
    <p:bg>
      <p:bgPr>
        <a:solidFill>
          <a:srgbClr val="5CC1CB"/>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en-US"/>
              <a:t>Click to edit Master title style</a:t>
            </a:r>
            <a:endParaRPr lang="de-DE"/>
          </a:p>
        </p:txBody>
      </p:sp>
      <p:sp>
        <p:nvSpPr>
          <p:cNvPr id="3" name="Inhaltsplatzhalter 2"/>
          <p:cNvSpPr>
            <a:spLocks noGrp="1"/>
          </p:cNvSpPr>
          <p:nvPr>
            <p:ph sz="half" idx="1"/>
          </p:nvPr>
        </p:nvSpPr>
        <p:spPr>
          <a:xfrm>
            <a:off x="378000" y="1371600"/>
            <a:ext cx="2628000" cy="2340000"/>
          </a:xfrm>
        </p:spPr>
        <p:txBody>
          <a:bodyPr>
            <a:noAutofit/>
          </a:bodyPr>
          <a:lstStyle>
            <a:lvl1pPr marL="355600" indent="-355600">
              <a:spcAft>
                <a:spcPts val="1000"/>
              </a:spcAft>
              <a:buFont typeface="+mj-lt"/>
              <a:buAutoNum type="arabicPeriod"/>
              <a:defRPr sz="1400">
                <a:solidFill>
                  <a:srgbClr val="FFFFFF"/>
                </a:solidFill>
                <a:latin typeface="+mj-lt"/>
              </a:defRPr>
            </a:lvl1pPr>
            <a:lvl2pPr marL="542925" indent="-187325">
              <a:spcAft>
                <a:spcPts val="1000"/>
              </a:spcAft>
              <a:defRPr sz="1400">
                <a:solidFill>
                  <a:srgbClr val="FFFFFF"/>
                </a:solidFill>
                <a:latin typeface="+mj-lt"/>
              </a:defRPr>
            </a:lvl2pPr>
            <a:lvl3pPr marL="720725" indent="-177800">
              <a:spcAft>
                <a:spcPts val="1000"/>
              </a:spcAft>
              <a:defRPr sz="1400">
                <a:solidFill>
                  <a:srgbClr val="FFFFFF"/>
                </a:solidFill>
                <a:latin typeface="+mj-lt"/>
              </a:defRPr>
            </a:lvl3pPr>
            <a:lvl4pPr marL="898525" indent="-177800">
              <a:spcAft>
                <a:spcPts val="1000"/>
              </a:spcAft>
              <a:defRPr sz="1400">
                <a:solidFill>
                  <a:srgbClr val="FFFFFF"/>
                </a:solidFill>
                <a:latin typeface="+mj-lt"/>
              </a:defRPr>
            </a:lvl4pPr>
            <a:lvl5pPr marL="1076325" indent="-177800">
              <a:spcAft>
                <a:spcPts val="1000"/>
              </a:spcAft>
              <a:defRPr sz="1400">
                <a:solidFill>
                  <a:srgbClr val="FFFFFF"/>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3258000" y="1371600"/>
            <a:ext cx="2628000" cy="2340000"/>
          </a:xfrm>
        </p:spPr>
        <p:txBody>
          <a:bodyPr>
            <a:noAutofit/>
          </a:bodyPr>
          <a:lstStyle>
            <a:lvl1pPr marL="355600" indent="-355600">
              <a:spcAft>
                <a:spcPts val="1000"/>
              </a:spcAft>
              <a:buFont typeface="+mj-lt"/>
              <a:buAutoNum type="arabicPeriod"/>
              <a:defRPr sz="1400">
                <a:solidFill>
                  <a:srgbClr val="FFFFFF"/>
                </a:solidFill>
                <a:latin typeface="+mj-lt"/>
              </a:defRPr>
            </a:lvl1pPr>
            <a:lvl2pPr marL="542925" indent="-187325">
              <a:spcAft>
                <a:spcPts val="1000"/>
              </a:spcAft>
              <a:defRPr sz="1400">
                <a:solidFill>
                  <a:srgbClr val="FFFFFF"/>
                </a:solidFill>
                <a:latin typeface="+mj-lt"/>
              </a:defRPr>
            </a:lvl2pPr>
            <a:lvl3pPr marL="720725" indent="-177800">
              <a:spcAft>
                <a:spcPts val="1000"/>
              </a:spcAft>
              <a:defRPr sz="1400">
                <a:solidFill>
                  <a:srgbClr val="FFFFFF"/>
                </a:solidFill>
                <a:latin typeface="+mj-lt"/>
              </a:defRPr>
            </a:lvl3pPr>
            <a:lvl4pPr marL="898525" indent="-177800">
              <a:spcAft>
                <a:spcPts val="1000"/>
              </a:spcAft>
              <a:defRPr sz="1400">
                <a:solidFill>
                  <a:srgbClr val="FFFFFF"/>
                </a:solidFill>
                <a:latin typeface="+mj-lt"/>
              </a:defRPr>
            </a:lvl4pPr>
            <a:lvl5pPr marL="1076325" indent="-177800">
              <a:spcAft>
                <a:spcPts val="1000"/>
              </a:spcAft>
              <a:defRPr sz="1400">
                <a:solidFill>
                  <a:srgbClr val="FFFFFF"/>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sp>
        <p:nvSpPr>
          <p:cNvPr id="8" name="Inhaltsplatzhalter 3"/>
          <p:cNvSpPr>
            <a:spLocks noGrp="1"/>
          </p:cNvSpPr>
          <p:nvPr>
            <p:ph sz="half" idx="13"/>
          </p:nvPr>
        </p:nvSpPr>
        <p:spPr>
          <a:xfrm>
            <a:off x="6141600" y="1371600"/>
            <a:ext cx="2628000" cy="2340000"/>
          </a:xfrm>
        </p:spPr>
        <p:txBody>
          <a:bodyPr>
            <a:noAutofit/>
          </a:bodyPr>
          <a:lstStyle>
            <a:lvl1pPr marL="355600" indent="-355600">
              <a:spcAft>
                <a:spcPts val="1000"/>
              </a:spcAft>
              <a:buFont typeface="+mj-lt"/>
              <a:buAutoNum type="arabicPeriod"/>
              <a:defRPr sz="1400">
                <a:solidFill>
                  <a:srgbClr val="FFFFFF"/>
                </a:solidFill>
                <a:latin typeface="+mj-lt"/>
              </a:defRPr>
            </a:lvl1pPr>
            <a:lvl2pPr marL="542925" indent="-187325">
              <a:spcAft>
                <a:spcPts val="1000"/>
              </a:spcAft>
              <a:defRPr sz="1400">
                <a:solidFill>
                  <a:srgbClr val="FFFFFF"/>
                </a:solidFill>
                <a:latin typeface="+mj-lt"/>
              </a:defRPr>
            </a:lvl2pPr>
            <a:lvl3pPr marL="720725" indent="-177800">
              <a:spcAft>
                <a:spcPts val="1000"/>
              </a:spcAft>
              <a:defRPr sz="1400">
                <a:solidFill>
                  <a:srgbClr val="FFFFFF"/>
                </a:solidFill>
                <a:latin typeface="+mj-lt"/>
              </a:defRPr>
            </a:lvl3pPr>
            <a:lvl4pPr marL="898525" indent="-177800">
              <a:spcAft>
                <a:spcPts val="1000"/>
              </a:spcAft>
              <a:defRPr sz="1400">
                <a:solidFill>
                  <a:srgbClr val="FFFFFF"/>
                </a:solidFill>
                <a:latin typeface="+mj-lt"/>
              </a:defRPr>
            </a:lvl4pPr>
            <a:lvl5pPr marL="1076325" indent="-177800">
              <a:spcAft>
                <a:spcPts val="1000"/>
              </a:spcAft>
              <a:defRPr sz="1400">
                <a:solidFill>
                  <a:srgbClr val="FFFFFF"/>
                </a:solidFill>
                <a:latin typeface="+mj-lt"/>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pic>
        <p:nvPicPr>
          <p:cNvPr id="9" name="EON_Logo_w"/>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236000" y="4323600"/>
            <a:ext cx="1554195" cy="460800"/>
          </a:xfrm>
          <a:prstGeom prst="rect">
            <a:avLst/>
          </a:prstGeom>
        </p:spPr>
      </p:pic>
    </p:spTree>
    <p:extLst>
      <p:ext uri="{BB962C8B-B14F-4D97-AF65-F5344CB8AC3E}">
        <p14:creationId xmlns:p14="http://schemas.microsoft.com/office/powerpoint/2010/main" val="1075983681"/>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pter less colour">
    <p:spTree>
      <p:nvGrpSpPr>
        <p:cNvPr id="1" name=""/>
        <p:cNvGrpSpPr/>
        <p:nvPr/>
      </p:nvGrpSpPr>
      <p:grpSpPr>
        <a:xfrm>
          <a:off x="0" y="0"/>
          <a:ext cx="0" cy="0"/>
          <a:chOff x="0" y="0"/>
          <a:chExt cx="0" cy="0"/>
        </a:xfrm>
      </p:grpSpPr>
      <p:sp>
        <p:nvSpPr>
          <p:cNvPr id="2" name="Titel 1"/>
          <p:cNvSpPr>
            <a:spLocks noGrp="1"/>
          </p:cNvSpPr>
          <p:nvPr>
            <p:ph type="title"/>
          </p:nvPr>
        </p:nvSpPr>
        <p:spPr>
          <a:xfrm>
            <a:off x="1566000" y="1159200"/>
            <a:ext cx="6012000" cy="2574000"/>
          </a:xfrm>
        </p:spPr>
        <p:txBody>
          <a:bodyPr anchor="b" anchorCtr="0">
            <a:noAutofit/>
          </a:bodyPr>
          <a:lstStyle>
            <a:lvl1pPr algn="r">
              <a:lnSpc>
                <a:spcPts val="6400"/>
              </a:lnSpc>
              <a:defRPr sz="6400" b="0" cap="none" baseline="0"/>
            </a:lvl1pPr>
          </a:lstStyle>
          <a:p>
            <a:r>
              <a:rPr lang="en-US"/>
              <a:t>Click to edit Master title style</a:t>
            </a:r>
            <a:endParaRPr lang="de-DE" dirty="0"/>
          </a:p>
        </p:txBody>
      </p:sp>
      <p:grpSp>
        <p:nvGrpSpPr>
          <p:cNvPr id="10" name="Gruppieren 9"/>
          <p:cNvGrpSpPr/>
          <p:nvPr/>
        </p:nvGrpSpPr>
        <p:grpSpPr>
          <a:xfrm>
            <a:off x="7974000" y="0"/>
            <a:ext cx="1170000" cy="5144400"/>
            <a:chOff x="7974000" y="0"/>
            <a:chExt cx="1170000" cy="5144400"/>
          </a:xfrm>
        </p:grpSpPr>
        <p:sp>
          <p:nvSpPr>
            <p:cNvPr id="7" name="Rechteck 6"/>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613105666"/>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hapter full color 1">
    <p:bg>
      <p:bgPr>
        <a:solidFill>
          <a:srgbClr val="5CC1CB"/>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262800" y="1159200"/>
            <a:ext cx="6012000" cy="2574000"/>
          </a:xfrm>
        </p:spPr>
        <p:txBody>
          <a:bodyPr anchor="b" anchorCtr="0">
            <a:noAutofit/>
          </a:bodyPr>
          <a:lstStyle>
            <a:lvl1pPr algn="r">
              <a:lnSpc>
                <a:spcPts val="6400"/>
              </a:lnSpc>
              <a:defRPr sz="6400" b="0" cap="none" baseline="0">
                <a:solidFill>
                  <a:srgbClr val="FFFFFF"/>
                </a:solidFill>
              </a:defRPr>
            </a:lvl1pPr>
          </a:lstStyle>
          <a:p>
            <a:r>
              <a:rPr lang="en-US"/>
              <a:t>Click to edit Master title style</a:t>
            </a:r>
            <a:endParaRPr lang="de-DE" dirty="0"/>
          </a:p>
        </p:txBody>
      </p:sp>
      <p:grpSp>
        <p:nvGrpSpPr>
          <p:cNvPr id="3" name="Gruppieren 2"/>
          <p:cNvGrpSpPr/>
          <p:nvPr/>
        </p:nvGrpSpPr>
        <p:grpSpPr>
          <a:xfrm>
            <a:off x="6652800" y="0"/>
            <a:ext cx="2491200" cy="5144400"/>
            <a:chOff x="6652800" y="0"/>
            <a:chExt cx="2491200" cy="5144400"/>
          </a:xfrm>
        </p:grpSpPr>
        <p:sp>
          <p:nvSpPr>
            <p:cNvPr id="8" name="Rechteck 7"/>
            <p:cNvSpPr/>
            <p:nvPr userDrawn="1"/>
          </p:nvSpPr>
          <p:spPr>
            <a:xfrm>
              <a:off x="7030800" y="0"/>
              <a:ext cx="2113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6652800" y="0"/>
              <a:ext cx="3780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589091871"/>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hapter full color 2">
    <p:bg>
      <p:bgPr>
        <a:solidFill>
          <a:srgbClr val="B0040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1018800" y="1159200"/>
            <a:ext cx="6012000" cy="2574000"/>
          </a:xfrm>
        </p:spPr>
        <p:txBody>
          <a:bodyPr anchor="b" anchorCtr="0">
            <a:noAutofit/>
          </a:bodyPr>
          <a:lstStyle>
            <a:lvl1pPr algn="r">
              <a:lnSpc>
                <a:spcPts val="6400"/>
              </a:lnSpc>
              <a:defRPr sz="6400" b="0" cap="none" baseline="0">
                <a:solidFill>
                  <a:srgbClr val="FFFFFF"/>
                </a:solidFill>
              </a:defRPr>
            </a:lvl1pPr>
          </a:lstStyle>
          <a:p>
            <a:r>
              <a:rPr lang="en-US"/>
              <a:t>Click to edit Master title style</a:t>
            </a:r>
            <a:endParaRPr lang="de-DE" dirty="0"/>
          </a:p>
        </p:txBody>
      </p:sp>
      <p:sp>
        <p:nvSpPr>
          <p:cNvPr id="8" name="Rechteck 7"/>
          <p:cNvSpPr/>
          <p:nvPr/>
        </p:nvSpPr>
        <p:spPr>
          <a:xfrm>
            <a:off x="7408800" y="0"/>
            <a:ext cx="1735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0" y="0"/>
            <a:ext cx="601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85602346"/>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chart less color">
    <p:spTree>
      <p:nvGrpSpPr>
        <p:cNvPr id="1" name=""/>
        <p:cNvGrpSpPr/>
        <p:nvPr/>
      </p:nvGrpSpPr>
      <p:grpSpPr>
        <a:xfrm>
          <a:off x="0" y="0"/>
          <a:ext cx="0" cy="0"/>
          <a:chOff x="0" y="0"/>
          <a:chExt cx="0" cy="0"/>
        </a:xfrm>
      </p:grpSpPr>
      <p:pic>
        <p:nvPicPr>
          <p:cNvPr id="5" name="EON_Logo_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79200" y="3261600"/>
            <a:ext cx="2124877" cy="630000"/>
          </a:xfrm>
          <a:prstGeom prst="rect">
            <a:avLst/>
          </a:prstGeom>
        </p:spPr>
      </p:pic>
      <p:grpSp>
        <p:nvGrpSpPr>
          <p:cNvPr id="11" name="Gruppieren 10"/>
          <p:cNvGrpSpPr/>
          <p:nvPr/>
        </p:nvGrpSpPr>
        <p:grpSpPr>
          <a:xfrm>
            <a:off x="7974000" y="0"/>
            <a:ext cx="1170000" cy="5144400"/>
            <a:chOff x="7974000" y="0"/>
            <a:chExt cx="1170000" cy="5144400"/>
          </a:xfrm>
        </p:grpSpPr>
        <p:sp>
          <p:nvSpPr>
            <p:cNvPr id="8" name="Rechteck 7"/>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3" name="Textplatzhalter 2"/>
          <p:cNvSpPr>
            <a:spLocks noGrp="1"/>
          </p:cNvSpPr>
          <p:nvPr>
            <p:ph type="body" sz="quarter" idx="10"/>
          </p:nvPr>
        </p:nvSpPr>
        <p:spPr>
          <a:xfrm>
            <a:off x="2804400" y="1159200"/>
            <a:ext cx="4791600" cy="1080000"/>
          </a:xfrm>
        </p:spPr>
        <p:txBody>
          <a:bodyPr/>
          <a:lstStyle>
            <a:lvl1pPr algn="r">
              <a:lnSpc>
                <a:spcPct val="100000"/>
              </a:lnSpc>
              <a:spcAft>
                <a:spcPts val="0"/>
              </a:spcAft>
              <a:defRPr sz="6000">
                <a:solidFill>
                  <a:srgbClr val="EA1C0A"/>
                </a:solidFill>
                <a:latin typeface="+mj-lt"/>
              </a:defRPr>
            </a:lvl1pPr>
            <a:lvl2pPr algn="r">
              <a:lnSpc>
                <a:spcPct val="100000"/>
              </a:lnSpc>
              <a:spcAft>
                <a:spcPts val="0"/>
              </a:spcAft>
              <a:defRPr sz="6000">
                <a:solidFill>
                  <a:srgbClr val="EA1C0A"/>
                </a:solidFill>
                <a:latin typeface="+mj-lt"/>
              </a:defRPr>
            </a:lvl2pPr>
            <a:lvl3pPr algn="r">
              <a:lnSpc>
                <a:spcPct val="100000"/>
              </a:lnSpc>
              <a:spcAft>
                <a:spcPts val="0"/>
              </a:spcAft>
              <a:defRPr sz="6000">
                <a:solidFill>
                  <a:srgbClr val="EA1C0A"/>
                </a:solidFill>
                <a:latin typeface="+mj-lt"/>
              </a:defRPr>
            </a:lvl3pPr>
            <a:lvl4pPr algn="r">
              <a:lnSpc>
                <a:spcPct val="100000"/>
              </a:lnSpc>
              <a:spcAft>
                <a:spcPts val="0"/>
              </a:spcAft>
              <a:defRPr sz="6000">
                <a:solidFill>
                  <a:srgbClr val="EA1C0A"/>
                </a:solidFill>
                <a:latin typeface="+mj-lt"/>
              </a:defRPr>
            </a:lvl4pPr>
            <a:lvl5pPr algn="r">
              <a:lnSpc>
                <a:spcPct val="100000"/>
              </a:lnSpc>
              <a:spcAft>
                <a:spcPts val="0"/>
              </a:spcAft>
              <a:defRPr sz="6000">
                <a:solidFill>
                  <a:srgbClr val="EA1C0A"/>
                </a:solidFill>
                <a:latin typeface="+mj-lt"/>
              </a:defRPr>
            </a:lvl5pPr>
          </a:lstStyle>
          <a:p>
            <a:pPr lvl="0"/>
            <a:r>
              <a:rPr lang="en-US"/>
              <a:t>Edit Master text styles</a:t>
            </a:r>
          </a:p>
        </p:txBody>
      </p:sp>
      <p:sp>
        <p:nvSpPr>
          <p:cNvPr id="7" name="Textplatzhalter 6"/>
          <p:cNvSpPr>
            <a:spLocks noGrp="1"/>
          </p:cNvSpPr>
          <p:nvPr>
            <p:ph type="body" sz="quarter" idx="11"/>
          </p:nvPr>
        </p:nvSpPr>
        <p:spPr>
          <a:xfrm>
            <a:off x="2804400" y="2268000"/>
            <a:ext cx="4791600" cy="774000"/>
          </a:xfrm>
        </p:spPr>
        <p:txBody>
          <a:bodyPr/>
          <a:lstStyle>
            <a:lvl1pPr algn="r">
              <a:lnSpc>
                <a:spcPct val="100000"/>
              </a:lnSpc>
              <a:spcAft>
                <a:spcPts val="0"/>
              </a:spcAft>
              <a:defRPr sz="2500">
                <a:solidFill>
                  <a:srgbClr val="EA1C0A"/>
                </a:solidFill>
              </a:defRPr>
            </a:lvl1pPr>
          </a:lstStyle>
          <a:p>
            <a:pPr lvl="0"/>
            <a:r>
              <a:rPr lang="en-US"/>
              <a:t>Edit Master text styles</a:t>
            </a:r>
          </a:p>
        </p:txBody>
      </p:sp>
    </p:spTree>
    <p:extLst>
      <p:ext uri="{BB962C8B-B14F-4D97-AF65-F5344CB8AC3E}">
        <p14:creationId xmlns:p14="http://schemas.microsoft.com/office/powerpoint/2010/main" val="1310971213"/>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chart full color">
    <p:bg>
      <p:bgPr>
        <a:solidFill>
          <a:srgbClr val="EA1C0A"/>
        </a:solidFill>
        <a:effectLst/>
      </p:bgPr>
    </p:bg>
    <p:spTree>
      <p:nvGrpSpPr>
        <p:cNvPr id="1" name=""/>
        <p:cNvGrpSpPr/>
        <p:nvPr/>
      </p:nvGrpSpPr>
      <p:grpSpPr>
        <a:xfrm>
          <a:off x="0" y="0"/>
          <a:ext cx="0" cy="0"/>
          <a:chOff x="0" y="0"/>
          <a:chExt cx="0" cy="0"/>
        </a:xfrm>
      </p:grpSpPr>
      <p:sp>
        <p:nvSpPr>
          <p:cNvPr id="8" name="Rechteck 7"/>
          <p:cNvSpPr/>
          <p:nvPr/>
        </p:nvSpPr>
        <p:spPr>
          <a:xfrm>
            <a:off x="7884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0" y="0"/>
            <a:ext cx="7884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6343200" y="0"/>
            <a:ext cx="28008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EON_Logo_w"/>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841200" y="3261600"/>
            <a:ext cx="2124877" cy="630000"/>
          </a:xfrm>
          <a:prstGeom prst="rect">
            <a:avLst/>
          </a:prstGeom>
        </p:spPr>
      </p:pic>
      <p:sp>
        <p:nvSpPr>
          <p:cNvPr id="4" name="Textplatzhalter 3"/>
          <p:cNvSpPr>
            <a:spLocks noGrp="1"/>
          </p:cNvSpPr>
          <p:nvPr>
            <p:ph type="body" sz="quarter" idx="10"/>
          </p:nvPr>
        </p:nvSpPr>
        <p:spPr>
          <a:xfrm>
            <a:off x="1166400" y="1159200"/>
            <a:ext cx="4791600" cy="1080000"/>
          </a:xfrm>
        </p:spPr>
        <p:txBody>
          <a:bodyPr/>
          <a:lstStyle>
            <a:lvl1pPr algn="r">
              <a:lnSpc>
                <a:spcPct val="100000"/>
              </a:lnSpc>
              <a:spcAft>
                <a:spcPts val="0"/>
              </a:spcAft>
              <a:defRPr sz="6000">
                <a:solidFill>
                  <a:srgbClr val="FFFFFF"/>
                </a:solidFill>
                <a:latin typeface="+mj-lt"/>
              </a:defRPr>
            </a:lvl1pPr>
            <a:lvl2pPr algn="r">
              <a:lnSpc>
                <a:spcPct val="100000"/>
              </a:lnSpc>
              <a:spcAft>
                <a:spcPts val="0"/>
              </a:spcAft>
              <a:defRPr sz="6000">
                <a:solidFill>
                  <a:srgbClr val="FFFFFF"/>
                </a:solidFill>
                <a:latin typeface="+mj-lt"/>
              </a:defRPr>
            </a:lvl2pPr>
            <a:lvl3pPr algn="r">
              <a:lnSpc>
                <a:spcPct val="100000"/>
              </a:lnSpc>
              <a:spcAft>
                <a:spcPts val="0"/>
              </a:spcAft>
              <a:defRPr sz="6000">
                <a:solidFill>
                  <a:srgbClr val="FFFFFF"/>
                </a:solidFill>
                <a:latin typeface="+mj-lt"/>
              </a:defRPr>
            </a:lvl3pPr>
            <a:lvl4pPr algn="r">
              <a:lnSpc>
                <a:spcPct val="100000"/>
              </a:lnSpc>
              <a:spcAft>
                <a:spcPts val="0"/>
              </a:spcAft>
              <a:defRPr sz="6000">
                <a:solidFill>
                  <a:srgbClr val="FFFFFF"/>
                </a:solidFill>
                <a:latin typeface="+mj-lt"/>
              </a:defRPr>
            </a:lvl4pPr>
            <a:lvl5pPr algn="r">
              <a:lnSpc>
                <a:spcPct val="100000"/>
              </a:lnSpc>
              <a:spcAft>
                <a:spcPts val="0"/>
              </a:spcAft>
              <a:defRPr sz="6000">
                <a:solidFill>
                  <a:srgbClr val="FFFFFF"/>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extplatzhalter 6"/>
          <p:cNvSpPr>
            <a:spLocks noGrp="1"/>
          </p:cNvSpPr>
          <p:nvPr>
            <p:ph type="body" sz="quarter" idx="11"/>
          </p:nvPr>
        </p:nvSpPr>
        <p:spPr>
          <a:xfrm>
            <a:off x="1166400" y="2268000"/>
            <a:ext cx="4791600" cy="774000"/>
          </a:xfrm>
        </p:spPr>
        <p:txBody>
          <a:bodyPr/>
          <a:lstStyle>
            <a:lvl1pPr algn="r">
              <a:lnSpc>
                <a:spcPct val="100000"/>
              </a:lnSpc>
              <a:spcAft>
                <a:spcPts val="0"/>
              </a:spcAft>
              <a:defRPr sz="2500">
                <a:solidFill>
                  <a:srgbClr val="FFFFFF"/>
                </a:solidFill>
              </a:defRPr>
            </a:lvl1pPr>
            <a:lvl2pPr algn="r">
              <a:lnSpc>
                <a:spcPct val="100000"/>
              </a:lnSpc>
              <a:spcAft>
                <a:spcPts val="0"/>
              </a:spcAft>
              <a:defRPr sz="2500">
                <a:solidFill>
                  <a:srgbClr val="FFFFFF"/>
                </a:solidFill>
              </a:defRPr>
            </a:lvl2pPr>
            <a:lvl3pPr algn="r">
              <a:lnSpc>
                <a:spcPct val="100000"/>
              </a:lnSpc>
              <a:spcAft>
                <a:spcPts val="0"/>
              </a:spcAft>
              <a:defRPr sz="2500">
                <a:solidFill>
                  <a:srgbClr val="FFFFFF"/>
                </a:solidFill>
              </a:defRPr>
            </a:lvl3pPr>
            <a:lvl4pPr algn="r">
              <a:lnSpc>
                <a:spcPct val="100000"/>
              </a:lnSpc>
              <a:spcAft>
                <a:spcPts val="0"/>
              </a:spcAft>
              <a:defRPr sz="2500">
                <a:solidFill>
                  <a:srgbClr val="FFFFFF"/>
                </a:solidFill>
              </a:defRPr>
            </a:lvl4pPr>
            <a:lvl5pPr algn="r">
              <a:lnSpc>
                <a:spcPct val="100000"/>
              </a:lnSpc>
              <a:spcAft>
                <a:spcPts val="0"/>
              </a:spcAft>
              <a:defRPr sz="2500">
                <a:solidFill>
                  <a:srgbClr val="FFFFFF"/>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666998308"/>
      </p:ext>
    </p:extLst>
  </p:cSld>
  <p:clrMapOvr>
    <a:masterClrMapping/>
  </p:clrMapOvr>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Closing chart less color">
    <p:spTree>
      <p:nvGrpSpPr>
        <p:cNvPr id="1" name=""/>
        <p:cNvGrpSpPr/>
        <p:nvPr/>
      </p:nvGrpSpPr>
      <p:grpSpPr>
        <a:xfrm>
          <a:off x="0" y="0"/>
          <a:ext cx="0" cy="0"/>
          <a:chOff x="0" y="0"/>
          <a:chExt cx="0" cy="0"/>
        </a:xfrm>
      </p:grpSpPr>
      <p:pic>
        <p:nvPicPr>
          <p:cNvPr id="5" name="EON_Logo_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79200" y="3261600"/>
            <a:ext cx="2124877" cy="630000"/>
          </a:xfrm>
          <a:prstGeom prst="rect">
            <a:avLst/>
          </a:prstGeom>
        </p:spPr>
      </p:pic>
      <p:grpSp>
        <p:nvGrpSpPr>
          <p:cNvPr id="11" name="Gruppieren 10"/>
          <p:cNvGrpSpPr/>
          <p:nvPr userDrawn="1"/>
        </p:nvGrpSpPr>
        <p:grpSpPr>
          <a:xfrm>
            <a:off x="7974000" y="0"/>
            <a:ext cx="1170000" cy="5144400"/>
            <a:chOff x="7974000" y="0"/>
            <a:chExt cx="1170000" cy="5144400"/>
          </a:xfrm>
        </p:grpSpPr>
        <p:sp>
          <p:nvSpPr>
            <p:cNvPr id="8" name="Rechteck 7"/>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3" name="Textplatzhalter 2"/>
          <p:cNvSpPr>
            <a:spLocks noGrp="1"/>
          </p:cNvSpPr>
          <p:nvPr>
            <p:ph type="body" sz="quarter" idx="10"/>
          </p:nvPr>
        </p:nvSpPr>
        <p:spPr>
          <a:xfrm>
            <a:off x="2804400" y="1159200"/>
            <a:ext cx="4791600" cy="1080000"/>
          </a:xfrm>
        </p:spPr>
        <p:txBody>
          <a:bodyPr/>
          <a:lstStyle>
            <a:lvl1pPr algn="r">
              <a:lnSpc>
                <a:spcPct val="100000"/>
              </a:lnSpc>
              <a:spcAft>
                <a:spcPts val="0"/>
              </a:spcAft>
              <a:defRPr sz="6000">
                <a:solidFill>
                  <a:srgbClr val="EA1C0A"/>
                </a:solidFill>
                <a:latin typeface="+mj-lt"/>
              </a:defRPr>
            </a:lvl1pPr>
            <a:lvl2pPr algn="r">
              <a:lnSpc>
                <a:spcPct val="100000"/>
              </a:lnSpc>
              <a:spcAft>
                <a:spcPts val="0"/>
              </a:spcAft>
              <a:defRPr sz="6000">
                <a:solidFill>
                  <a:srgbClr val="EA1C0A"/>
                </a:solidFill>
                <a:latin typeface="+mj-lt"/>
              </a:defRPr>
            </a:lvl2pPr>
            <a:lvl3pPr algn="r">
              <a:lnSpc>
                <a:spcPct val="100000"/>
              </a:lnSpc>
              <a:spcAft>
                <a:spcPts val="0"/>
              </a:spcAft>
              <a:defRPr sz="6000">
                <a:solidFill>
                  <a:srgbClr val="EA1C0A"/>
                </a:solidFill>
                <a:latin typeface="+mj-lt"/>
              </a:defRPr>
            </a:lvl3pPr>
            <a:lvl4pPr algn="r">
              <a:lnSpc>
                <a:spcPct val="100000"/>
              </a:lnSpc>
              <a:spcAft>
                <a:spcPts val="0"/>
              </a:spcAft>
              <a:defRPr sz="6000">
                <a:solidFill>
                  <a:srgbClr val="EA1C0A"/>
                </a:solidFill>
                <a:latin typeface="+mj-lt"/>
              </a:defRPr>
            </a:lvl4pPr>
            <a:lvl5pPr algn="r">
              <a:lnSpc>
                <a:spcPct val="100000"/>
              </a:lnSpc>
              <a:spcAft>
                <a:spcPts val="0"/>
              </a:spcAft>
              <a:defRPr sz="6000">
                <a:solidFill>
                  <a:srgbClr val="EA1C0A"/>
                </a:solidFill>
                <a:latin typeface="+mj-lt"/>
              </a:defRPr>
            </a:lvl5pPr>
          </a:lstStyle>
          <a:p>
            <a:pPr lvl="0"/>
            <a:r>
              <a:rPr lang="de-DE"/>
              <a:t>Textmasterformat bearbeiten</a:t>
            </a:r>
          </a:p>
        </p:txBody>
      </p:sp>
      <p:sp>
        <p:nvSpPr>
          <p:cNvPr id="7" name="Textplatzhalter 6"/>
          <p:cNvSpPr>
            <a:spLocks noGrp="1"/>
          </p:cNvSpPr>
          <p:nvPr>
            <p:ph type="body" sz="quarter" idx="11"/>
          </p:nvPr>
        </p:nvSpPr>
        <p:spPr>
          <a:xfrm>
            <a:off x="2804400" y="2268000"/>
            <a:ext cx="4791600" cy="774000"/>
          </a:xfrm>
        </p:spPr>
        <p:txBody>
          <a:bodyPr/>
          <a:lstStyle>
            <a:lvl1pPr algn="r">
              <a:lnSpc>
                <a:spcPct val="100000"/>
              </a:lnSpc>
              <a:spcAft>
                <a:spcPts val="0"/>
              </a:spcAft>
              <a:defRPr sz="2500">
                <a:solidFill>
                  <a:srgbClr val="EA1C0A"/>
                </a:solidFill>
              </a:defRPr>
            </a:lvl1pPr>
          </a:lstStyle>
          <a:p>
            <a:pPr lvl="0"/>
            <a:r>
              <a:rPr lang="de-DE"/>
              <a:t>Textmasterformat bearbeiten</a:t>
            </a:r>
          </a:p>
        </p:txBody>
      </p:sp>
    </p:spTree>
    <p:extLst>
      <p:ext uri="{BB962C8B-B14F-4D97-AF65-F5344CB8AC3E}">
        <p14:creationId xmlns:p14="http://schemas.microsoft.com/office/powerpoint/2010/main" val="3245245748"/>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78000" y="378000"/>
            <a:ext cx="5508000" cy="720000"/>
          </a:xfrm>
          <a:prstGeom prst="rect">
            <a:avLst/>
          </a:prstGeom>
        </p:spPr>
        <p:txBody>
          <a:bodyPr vert="horz" lIns="0" tIns="0" rIns="0" bIns="0" rtlCol="0" anchor="t" anchorCtr="0">
            <a:noAutofit/>
          </a:bodyPr>
          <a:lstStyle/>
          <a:p>
            <a:r>
              <a:rPr lang="de-DE" dirty="0"/>
              <a:t>Titelmasterformat durch Klicken bearbeiten</a:t>
            </a:r>
          </a:p>
        </p:txBody>
      </p:sp>
      <p:sp>
        <p:nvSpPr>
          <p:cNvPr id="3" name="Textplatzhalter 2"/>
          <p:cNvSpPr>
            <a:spLocks noGrp="1"/>
          </p:cNvSpPr>
          <p:nvPr>
            <p:ph type="body" idx="1"/>
          </p:nvPr>
        </p:nvSpPr>
        <p:spPr>
          <a:xfrm>
            <a:off x="378000" y="1371600"/>
            <a:ext cx="6948000" cy="33984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7736400" y="4662000"/>
            <a:ext cx="756000" cy="144000"/>
          </a:xfrm>
          <a:prstGeom prst="rect">
            <a:avLst/>
          </a:prstGeom>
        </p:spPr>
        <p:txBody>
          <a:bodyPr vert="horz" lIns="0" tIns="0" rIns="0" bIns="0" rtlCol="0" anchor="t" anchorCtr="0">
            <a:noAutofit/>
          </a:bodyPr>
          <a:lstStyle>
            <a:lvl1pPr algn="r">
              <a:lnSpc>
                <a:spcPts val="1125"/>
              </a:lnSpc>
              <a:defRPr sz="900">
                <a:solidFill>
                  <a:srgbClr val="000000"/>
                </a:solidFill>
                <a:latin typeface="EON Brix Sans" panose="020B0500000000000000" pitchFamily="34" charset="0"/>
              </a:defRPr>
            </a:lvl1pPr>
          </a:lstStyle>
          <a:p>
            <a:r>
              <a:rPr lang="de-DE"/>
              <a:t>TT.MM.JJJJ</a:t>
            </a:r>
          </a:p>
        </p:txBody>
      </p:sp>
      <p:sp>
        <p:nvSpPr>
          <p:cNvPr id="5" name="Fußzeilenplatzhalter 4"/>
          <p:cNvSpPr>
            <a:spLocks noGrp="1"/>
          </p:cNvSpPr>
          <p:nvPr>
            <p:ph type="ftr" sz="quarter" idx="3"/>
          </p:nvPr>
        </p:nvSpPr>
        <p:spPr>
          <a:xfrm>
            <a:off x="7020000" y="518400"/>
            <a:ext cx="1746000" cy="306000"/>
          </a:xfrm>
          <a:prstGeom prst="rect">
            <a:avLst/>
          </a:prstGeom>
        </p:spPr>
        <p:txBody>
          <a:bodyPr vert="horz" lIns="0" tIns="0" rIns="0" bIns="0" rtlCol="0" anchor="t" anchorCtr="0">
            <a:noAutofit/>
          </a:bodyPr>
          <a:lstStyle>
            <a:lvl1pPr algn="r">
              <a:lnSpc>
                <a:spcPts val="1125"/>
              </a:lnSpc>
              <a:defRPr sz="900">
                <a:solidFill>
                  <a:srgbClr val="000000"/>
                </a:solidFill>
                <a:latin typeface="EON Brix Sans Black" panose="020B0A00000000000000" pitchFamily="34" charset="0"/>
              </a:defRPr>
            </a:lvl1pPr>
          </a:lstStyle>
          <a:p>
            <a:endParaRPr lang="de-DE"/>
          </a:p>
        </p:txBody>
      </p:sp>
      <p:sp>
        <p:nvSpPr>
          <p:cNvPr id="6" name="Foliennummernplatzhalter 5"/>
          <p:cNvSpPr>
            <a:spLocks noGrp="1"/>
          </p:cNvSpPr>
          <p:nvPr>
            <p:ph type="sldNum" sz="quarter" idx="4"/>
          </p:nvPr>
        </p:nvSpPr>
        <p:spPr>
          <a:xfrm>
            <a:off x="8492400" y="4662000"/>
            <a:ext cx="273600" cy="144000"/>
          </a:xfrm>
          <a:prstGeom prst="rect">
            <a:avLst/>
          </a:prstGeom>
        </p:spPr>
        <p:txBody>
          <a:bodyPr vert="horz" lIns="0" tIns="0" rIns="0" bIns="0" rtlCol="0" anchor="t" anchorCtr="0">
            <a:noAutofit/>
          </a:bodyPr>
          <a:lstStyle>
            <a:lvl1pPr algn="r">
              <a:lnSpc>
                <a:spcPts val="1125"/>
              </a:lnSpc>
              <a:defRPr sz="900">
                <a:solidFill>
                  <a:srgbClr val="000000"/>
                </a:solidFill>
                <a:latin typeface="EON Brix Sans" panose="020B0500000000000000" pitchFamily="34" charset="0"/>
              </a:defRPr>
            </a:lvl1pPr>
          </a:lstStyle>
          <a:p>
            <a:fld id="{86CB4B4D-7CA3-9044-876B-883B54F8677D}" type="slidenum">
              <a:rPr lang="de-DE" smtClean="0"/>
              <a:pPr/>
              <a:t>‹#›</a:t>
            </a:fld>
            <a:endParaRPr lang="de-DE"/>
          </a:p>
        </p:txBody>
      </p:sp>
    </p:spTree>
    <p:extLst>
      <p:ext uri="{BB962C8B-B14F-4D97-AF65-F5344CB8AC3E}">
        <p14:creationId xmlns:p14="http://schemas.microsoft.com/office/powerpoint/2010/main" val="45490897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01" r:id="rId25"/>
  </p:sldLayoutIdLst>
  <p:hf sldNum="0" hdr="0" dt="0"/>
  <p:txStyles>
    <p:titleStyle>
      <a:lvl1pPr algn="l" defTabSz="914400" rtl="0" eaLnBrk="1" latinLnBrk="0" hangingPunct="1">
        <a:lnSpc>
          <a:spcPts val="2500"/>
        </a:lnSpc>
        <a:spcBef>
          <a:spcPct val="0"/>
        </a:spcBef>
        <a:buNone/>
        <a:defRPr sz="2400" kern="100" baseline="0">
          <a:solidFill>
            <a:srgbClr val="EA1C0A"/>
          </a:solidFill>
          <a:latin typeface="+mj-lt"/>
          <a:ea typeface="+mj-ea"/>
          <a:cs typeface="+mj-cs"/>
        </a:defRPr>
      </a:lvl1pPr>
    </p:titleStyle>
    <p:bodyStyle>
      <a:lvl1pPr marL="0" indent="0" algn="l" defTabSz="914400" rtl="0" eaLnBrk="1" latinLnBrk="0" hangingPunct="1">
        <a:lnSpc>
          <a:spcPts val="1750"/>
        </a:lnSpc>
        <a:spcBef>
          <a:spcPts val="0"/>
        </a:spcBef>
        <a:spcAft>
          <a:spcPts val="600"/>
        </a:spcAft>
        <a:buFont typeface="Arial" panose="020B0604020202020204" pitchFamily="34" charset="0"/>
        <a:buNone/>
        <a:defRPr sz="1400" kern="100" baseline="0">
          <a:solidFill>
            <a:schemeClr val="tx1"/>
          </a:solidFill>
          <a:latin typeface="+mn-lt"/>
          <a:ea typeface="+mn-ea"/>
          <a:cs typeface="+mn-cs"/>
        </a:defRPr>
      </a:lvl1pPr>
      <a:lvl2pPr marL="179388" indent="-179387" algn="l" defTabSz="914400" rtl="0" eaLnBrk="1" latinLnBrk="0" hangingPunct="1">
        <a:lnSpc>
          <a:spcPts val="1750"/>
        </a:lnSpc>
        <a:spcBef>
          <a:spcPts val="0"/>
        </a:spcBef>
        <a:spcAft>
          <a:spcPts val="600"/>
        </a:spcAft>
        <a:buClr>
          <a:srgbClr val="EA1C0A"/>
        </a:buClr>
        <a:buFont typeface="EON Brix Sans" panose="020B0500000000000000" pitchFamily="34" charset="0"/>
        <a:buChar char="•"/>
        <a:defRPr sz="1400" kern="100" baseline="0">
          <a:solidFill>
            <a:schemeClr val="tx1"/>
          </a:solidFill>
          <a:latin typeface="+mn-lt"/>
          <a:ea typeface="+mn-ea"/>
          <a:cs typeface="+mn-cs"/>
        </a:defRPr>
      </a:lvl2pPr>
      <a:lvl3pPr marL="358775" indent="-179388" algn="l" defTabSz="914400" rtl="0" eaLnBrk="1" latinLnBrk="0" hangingPunct="1">
        <a:lnSpc>
          <a:spcPts val="1750"/>
        </a:lnSpc>
        <a:spcBef>
          <a:spcPts val="0"/>
        </a:spcBef>
        <a:spcAft>
          <a:spcPts val="600"/>
        </a:spcAft>
        <a:buFont typeface="Arial" panose="020B0604020202020204" pitchFamily="34" charset="0"/>
        <a:buChar char="•"/>
        <a:defRPr sz="1400" kern="100" baseline="0">
          <a:solidFill>
            <a:schemeClr val="tx1"/>
          </a:solidFill>
          <a:latin typeface="+mn-lt"/>
          <a:ea typeface="+mn-ea"/>
          <a:cs typeface="+mn-cs"/>
        </a:defRPr>
      </a:lvl3pPr>
      <a:lvl4pPr marL="538163" indent="-179387" algn="l" defTabSz="914400" rtl="0" eaLnBrk="1" latinLnBrk="0" hangingPunct="1">
        <a:lnSpc>
          <a:spcPts val="1750"/>
        </a:lnSpc>
        <a:spcBef>
          <a:spcPts val="0"/>
        </a:spcBef>
        <a:spcAft>
          <a:spcPts val="600"/>
        </a:spcAft>
        <a:buFont typeface="Arial" panose="020B0604020202020204" pitchFamily="34" charset="0"/>
        <a:buChar char="–"/>
        <a:defRPr sz="1400" kern="100" baseline="0">
          <a:solidFill>
            <a:schemeClr val="tx1"/>
          </a:solidFill>
          <a:latin typeface="+mn-lt"/>
          <a:ea typeface="+mn-ea"/>
          <a:cs typeface="+mn-cs"/>
        </a:defRPr>
      </a:lvl4pPr>
      <a:lvl5pPr marL="717550" indent="-179388" algn="l" defTabSz="914400" rtl="0" eaLnBrk="1" latinLnBrk="0" hangingPunct="1">
        <a:lnSpc>
          <a:spcPts val="1750"/>
        </a:lnSpc>
        <a:spcBef>
          <a:spcPts val="0"/>
        </a:spcBef>
        <a:spcAft>
          <a:spcPts val="600"/>
        </a:spcAft>
        <a:buFont typeface="Symbol" panose="05050102010706020507" pitchFamily="18" charset="2"/>
        <a:buChar char="-"/>
        <a:defRPr sz="1400" kern="100" baseline="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docs.h2o.ai/h2o/latest-stable/h2o-docs/data-science/glm.html#glm"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hyperlink" Target="https://peerj.com/preprints/3190/" TargetMode="External"/><Relationship Id="rId4" Type="http://schemas.openxmlformats.org/officeDocument/2006/relationships/hyperlink" Target="https://facebook.github.io/prophe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0FC252A-7CC1-8946-A278-2F500DB3846D}"/>
              </a:ext>
            </a:extLst>
          </p:cNvPr>
          <p:cNvSpPr>
            <a:spLocks noGrp="1"/>
          </p:cNvSpPr>
          <p:nvPr>
            <p:ph type="ctrTitle"/>
          </p:nvPr>
        </p:nvSpPr>
        <p:spPr>
          <a:xfrm>
            <a:off x="831599" y="1573149"/>
            <a:ext cx="5720275" cy="1224000"/>
          </a:xfrm>
        </p:spPr>
        <p:txBody>
          <a:bodyPr>
            <a:normAutofit fontScale="90000"/>
          </a:bodyPr>
          <a:lstStyle/>
          <a:p>
            <a:pPr algn="l">
              <a:spcBef>
                <a:spcPts val="0"/>
              </a:spcBef>
            </a:pPr>
            <a:r>
              <a:rPr lang="de-DE" dirty="0">
                <a:latin typeface="EON Brix Sans Black" panose="020B0A00000000000000" pitchFamily="34" charset="0"/>
              </a:rPr>
              <a:t>AI in </a:t>
            </a:r>
            <a:r>
              <a:rPr lang="de-DE" dirty="0"/>
              <a:t>Optimum C&amp;C</a:t>
            </a:r>
            <a:r>
              <a:rPr lang="de-DE" dirty="0">
                <a:latin typeface="EON Brix Sans Black" panose="020B0A00000000000000" pitchFamily="34" charset="0"/>
              </a:rPr>
              <a:t>: </a:t>
            </a:r>
            <a:br>
              <a:rPr lang="de-DE" dirty="0">
                <a:latin typeface="EON Brix Sans Black" panose="020B0A00000000000000" pitchFamily="34" charset="0"/>
              </a:rPr>
            </a:br>
            <a:r>
              <a:rPr lang="de-DE" dirty="0" err="1">
                <a:latin typeface="EON Brix Sans Black" panose="020B0A00000000000000" pitchFamily="34" charset="0"/>
              </a:rPr>
              <a:t>Room</a:t>
            </a:r>
            <a:r>
              <a:rPr lang="de-DE" dirty="0">
                <a:latin typeface="EON Brix Sans Black" panose="020B0A00000000000000" pitchFamily="34" charset="0"/>
              </a:rPr>
              <a:t> </a:t>
            </a:r>
            <a:r>
              <a:rPr lang="de-DE" dirty="0" err="1">
                <a:latin typeface="EON Brix Sans Black" panose="020B0A00000000000000" pitchFamily="34" charset="0"/>
              </a:rPr>
              <a:t>temperature</a:t>
            </a:r>
            <a:r>
              <a:rPr lang="de-DE" dirty="0">
                <a:latin typeface="EON Brix Sans Black" panose="020B0A00000000000000" pitchFamily="34" charset="0"/>
              </a:rPr>
              <a:t> </a:t>
            </a:r>
            <a:r>
              <a:rPr lang="de-DE" dirty="0" err="1">
                <a:latin typeface="EON Brix Sans Black" panose="020B0A00000000000000" pitchFamily="34" charset="0"/>
              </a:rPr>
              <a:t>prediction</a:t>
            </a:r>
            <a:r>
              <a:rPr lang="de-DE" dirty="0">
                <a:latin typeface="EON Brix Sans Black" panose="020B0A00000000000000" pitchFamily="34" charset="0"/>
              </a:rPr>
              <a:t> </a:t>
            </a:r>
            <a:r>
              <a:rPr lang="de-DE" dirty="0" err="1">
                <a:latin typeface="EON Brix Sans Black" panose="020B0A00000000000000" pitchFamily="34" charset="0"/>
              </a:rPr>
              <a:t>with</a:t>
            </a:r>
            <a:r>
              <a:rPr lang="de-DE" dirty="0">
                <a:latin typeface="EON Brix Sans Black" panose="020B0A00000000000000" pitchFamily="34" charset="0"/>
              </a:rPr>
              <a:t> AI</a:t>
            </a:r>
          </a:p>
        </p:txBody>
      </p:sp>
      <p:sp>
        <p:nvSpPr>
          <p:cNvPr id="4" name="Textplatzhalter 3">
            <a:extLst>
              <a:ext uri="{FF2B5EF4-FFF2-40B4-BE49-F238E27FC236}">
                <a16:creationId xmlns:a16="http://schemas.microsoft.com/office/drawing/2014/main" id="{B4C1BE6F-F161-7540-A721-6499DB2AD47D}"/>
              </a:ext>
            </a:extLst>
          </p:cNvPr>
          <p:cNvSpPr>
            <a:spLocks noGrp="1"/>
          </p:cNvSpPr>
          <p:nvPr>
            <p:ph type="subTitle" idx="1"/>
          </p:nvPr>
        </p:nvSpPr>
        <p:spPr>
          <a:xfrm>
            <a:off x="831600" y="2870145"/>
            <a:ext cx="6012000" cy="543600"/>
          </a:xfrm>
        </p:spPr>
        <p:txBody>
          <a:bodyPr>
            <a:normAutofit/>
          </a:bodyPr>
          <a:lstStyle/>
          <a:p>
            <a:r>
              <a:rPr lang="de-DE" dirty="0">
                <a:latin typeface="EON Brix Sans Black" panose="020B0A00000000000000" pitchFamily="34" charset="0"/>
              </a:rPr>
              <a:t>Sep 2020</a:t>
            </a:r>
          </a:p>
        </p:txBody>
      </p:sp>
      <p:sp>
        <p:nvSpPr>
          <p:cNvPr id="5" name="Textplatzhalter 3">
            <a:extLst>
              <a:ext uri="{FF2B5EF4-FFF2-40B4-BE49-F238E27FC236}">
                <a16:creationId xmlns:a16="http://schemas.microsoft.com/office/drawing/2014/main" id="{7B239368-87F6-F946-B962-CC5E705B9972}"/>
              </a:ext>
            </a:extLst>
          </p:cNvPr>
          <p:cNvSpPr txBox="1">
            <a:spLocks/>
          </p:cNvSpPr>
          <p:nvPr/>
        </p:nvSpPr>
        <p:spPr>
          <a:xfrm>
            <a:off x="258903" y="4416777"/>
            <a:ext cx="6012000" cy="543600"/>
          </a:xfrm>
          <a:prstGeom prst="rect">
            <a:avLst/>
          </a:prstGeom>
        </p:spPr>
        <p:txBody>
          <a:bodyPr vert="horz" lIns="0" tIns="0" rIns="0" bIns="0" rtlCol="0">
            <a:normAutofit/>
          </a:bodyPr>
          <a:lstStyle>
            <a:lvl1pPr marL="0" indent="0" algn="r" defTabSz="914400" rtl="0" eaLnBrk="1" latinLnBrk="0" hangingPunct="1">
              <a:lnSpc>
                <a:spcPct val="100000"/>
              </a:lnSpc>
              <a:spcBef>
                <a:spcPts val="0"/>
              </a:spcBef>
              <a:spcAft>
                <a:spcPts val="600"/>
              </a:spcAft>
              <a:buFont typeface="Arial" panose="020B0604020202020204" pitchFamily="34" charset="0"/>
              <a:buNone/>
              <a:defRPr sz="1900" kern="100" baseline="0">
                <a:solidFill>
                  <a:srgbClr val="FFFFFF"/>
                </a:solidFill>
                <a:latin typeface="+mj-lt"/>
                <a:ea typeface="+mn-ea"/>
                <a:cs typeface="+mn-cs"/>
              </a:defRPr>
            </a:lvl1pPr>
            <a:lvl2pPr marL="457200" indent="0" algn="ctr" defTabSz="914400" rtl="0" eaLnBrk="1" latinLnBrk="0" hangingPunct="1">
              <a:lnSpc>
                <a:spcPts val="1750"/>
              </a:lnSpc>
              <a:spcBef>
                <a:spcPts val="0"/>
              </a:spcBef>
              <a:spcAft>
                <a:spcPts val="600"/>
              </a:spcAft>
              <a:buClr>
                <a:srgbClr val="EA1C0A"/>
              </a:buClr>
              <a:buFont typeface="EON Brix Sans" panose="020B0500000000000000" pitchFamily="34" charset="0"/>
              <a:buNone/>
              <a:defRPr sz="1400" kern="100" baseline="0">
                <a:solidFill>
                  <a:schemeClr val="tx1">
                    <a:tint val="75000"/>
                  </a:schemeClr>
                </a:solidFill>
                <a:latin typeface="+mn-lt"/>
                <a:ea typeface="+mn-ea"/>
                <a:cs typeface="+mn-cs"/>
              </a:defRPr>
            </a:lvl2pPr>
            <a:lvl3pPr marL="914400" indent="0" algn="ctr" defTabSz="914400" rtl="0" eaLnBrk="1" latinLnBrk="0" hangingPunct="1">
              <a:lnSpc>
                <a:spcPts val="1750"/>
              </a:lnSpc>
              <a:spcBef>
                <a:spcPts val="0"/>
              </a:spcBef>
              <a:spcAft>
                <a:spcPts val="600"/>
              </a:spcAft>
              <a:buFont typeface="Arial" panose="020B0604020202020204" pitchFamily="34" charset="0"/>
              <a:buNone/>
              <a:defRPr sz="1400" kern="100" baseline="0">
                <a:solidFill>
                  <a:schemeClr val="tx1">
                    <a:tint val="75000"/>
                  </a:schemeClr>
                </a:solidFill>
                <a:latin typeface="+mn-lt"/>
                <a:ea typeface="+mn-ea"/>
                <a:cs typeface="+mn-cs"/>
              </a:defRPr>
            </a:lvl3pPr>
            <a:lvl4pPr marL="1371600" indent="0" algn="ctr" defTabSz="914400" rtl="0" eaLnBrk="1" latinLnBrk="0" hangingPunct="1">
              <a:lnSpc>
                <a:spcPts val="1750"/>
              </a:lnSpc>
              <a:spcBef>
                <a:spcPts val="0"/>
              </a:spcBef>
              <a:spcAft>
                <a:spcPts val="600"/>
              </a:spcAft>
              <a:buFont typeface="Arial" panose="020B0604020202020204" pitchFamily="34" charset="0"/>
              <a:buNone/>
              <a:defRPr sz="1400" kern="100" baseline="0">
                <a:solidFill>
                  <a:schemeClr val="tx1">
                    <a:tint val="75000"/>
                  </a:schemeClr>
                </a:solidFill>
                <a:latin typeface="+mn-lt"/>
                <a:ea typeface="+mn-ea"/>
                <a:cs typeface="+mn-cs"/>
              </a:defRPr>
            </a:lvl4pPr>
            <a:lvl5pPr marL="1828800" indent="0" algn="ctr" defTabSz="914400" rtl="0" eaLnBrk="1" latinLnBrk="0" hangingPunct="1">
              <a:lnSpc>
                <a:spcPts val="1750"/>
              </a:lnSpc>
              <a:spcBef>
                <a:spcPts val="0"/>
              </a:spcBef>
              <a:spcAft>
                <a:spcPts val="600"/>
              </a:spcAft>
              <a:buFont typeface="Symbol" panose="05050102010706020507" pitchFamily="18" charset="2"/>
              <a:buNone/>
              <a:defRPr sz="1400" kern="100" baseline="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de-DE" dirty="0">
                <a:latin typeface="EON Brix Sans Black" panose="020B0A00000000000000" pitchFamily="34" charset="0"/>
              </a:rPr>
              <a:t>Alexandru </a:t>
            </a:r>
            <a:r>
              <a:rPr lang="de-DE" dirty="0" err="1">
                <a:latin typeface="EON Brix Sans Black" panose="020B0A00000000000000" pitchFamily="34" charset="0"/>
              </a:rPr>
              <a:t>Lungu</a:t>
            </a:r>
            <a:r>
              <a:rPr lang="de-DE" dirty="0">
                <a:latin typeface="EON Brix Sans Black" panose="020B0A00000000000000" pitchFamily="34" charset="0"/>
              </a:rPr>
              <a:t>, </a:t>
            </a:r>
            <a:r>
              <a:rPr lang="de-DE" dirty="0" err="1">
                <a:latin typeface="EON Brix Sans Black" panose="020B0A00000000000000" pitchFamily="34" charset="0"/>
              </a:rPr>
              <a:t>Full</a:t>
            </a:r>
            <a:r>
              <a:rPr lang="de-DE" dirty="0">
                <a:latin typeface="EON Brix Sans Black" panose="020B0A00000000000000" pitchFamily="34" charset="0"/>
              </a:rPr>
              <a:t>-Stack </a:t>
            </a:r>
            <a:r>
              <a:rPr lang="de-DE" dirty="0" err="1">
                <a:latin typeface="EON Brix Sans Black" panose="020B0A00000000000000" pitchFamily="34" charset="0"/>
              </a:rPr>
              <a:t>developer</a:t>
            </a:r>
            <a:r>
              <a:rPr lang="de-DE" dirty="0">
                <a:latin typeface="EON Brix Sans Black" panose="020B0A00000000000000" pitchFamily="34" charset="0"/>
              </a:rPr>
              <a:t>, AI </a:t>
            </a:r>
            <a:r>
              <a:rPr lang="de-DE" dirty="0" err="1">
                <a:latin typeface="EON Brix Sans Black" panose="020B0A00000000000000" pitchFamily="34" charset="0"/>
              </a:rPr>
              <a:t>enthusiast</a:t>
            </a:r>
            <a:endParaRPr lang="de-DE" dirty="0">
              <a:latin typeface="EON Brix Sans Black" panose="020B0A00000000000000" pitchFamily="34" charset="0"/>
            </a:endParaRPr>
          </a:p>
        </p:txBody>
      </p:sp>
    </p:spTree>
    <p:extLst>
      <p:ext uri="{BB962C8B-B14F-4D97-AF65-F5344CB8AC3E}">
        <p14:creationId xmlns:p14="http://schemas.microsoft.com/office/powerpoint/2010/main" val="2219373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3970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pPr algn="ctr"/>
            <a:endParaRPr lang="de-DE" sz="2400" kern="100" dirty="0">
              <a:solidFill>
                <a:srgbClr val="EA1C0A"/>
              </a:solidFill>
              <a:latin typeface="+mj-lt"/>
              <a:ea typeface="+mj-ea"/>
              <a:cs typeface="+mj-cs"/>
            </a:endParaRPr>
          </a:p>
          <a:p>
            <a:pPr algn="ctr"/>
            <a:endParaRPr lang="en-US" sz="2400" kern="100" dirty="0">
              <a:solidFill>
                <a:srgbClr val="EA1C0A"/>
              </a:solidFill>
              <a:latin typeface="+mj-lt"/>
              <a:ea typeface="+mj-ea"/>
              <a:cs typeface="+mj-cs"/>
            </a:endParaRPr>
          </a:p>
          <a:p>
            <a:pPr marL="342900" indent="-342900">
              <a:buFont typeface="+mj-lt"/>
              <a:buAutoNum type="arabicPeriod"/>
            </a:pPr>
            <a:r>
              <a:rPr lang="en-US" sz="1800" dirty="0">
                <a:latin typeface="EON Brix Sans" panose="020B0500000000000000" pitchFamily="34" charset="77"/>
              </a:rPr>
              <a:t>Introduction</a:t>
            </a:r>
          </a:p>
          <a:p>
            <a:pPr marL="342900" indent="-342900">
              <a:buFont typeface="+mj-lt"/>
              <a:buAutoNum type="arabicPeriod"/>
            </a:pPr>
            <a:r>
              <a:rPr lang="en-US" sz="1800" dirty="0">
                <a:latin typeface="EON Brix Sans" panose="020B0500000000000000" pitchFamily="34" charset="77"/>
              </a:rPr>
              <a:t>The input: timeseries dataset</a:t>
            </a:r>
          </a:p>
          <a:p>
            <a:pPr marL="342900" indent="-342900">
              <a:buFont typeface="+mj-lt"/>
              <a:buAutoNum type="arabicPeriod"/>
            </a:pPr>
            <a:r>
              <a:rPr lang="en-US" sz="1800" dirty="0">
                <a:latin typeface="EON Brix Sans" panose="020B0500000000000000" pitchFamily="34" charset="77"/>
              </a:rPr>
              <a:t>The Output: room temperature prediction</a:t>
            </a:r>
          </a:p>
          <a:p>
            <a:pPr marL="342900" indent="-342900">
              <a:buFont typeface="+mj-lt"/>
              <a:buAutoNum type="arabicPeriod"/>
            </a:pPr>
            <a:r>
              <a:rPr lang="en-US" sz="1800" dirty="0">
                <a:latin typeface="EON Brix Sans" panose="020B0500000000000000" pitchFamily="34" charset="77"/>
              </a:rPr>
              <a:t>Prediction Evaluation (Quality metrics)</a:t>
            </a:r>
          </a:p>
          <a:p>
            <a:pPr marL="342900" indent="-342900">
              <a:buFont typeface="+mj-lt"/>
              <a:buAutoNum type="arabicPeriod"/>
            </a:pPr>
            <a:r>
              <a:rPr lang="en-US" sz="1800" dirty="0">
                <a:latin typeface="EON Brix Sans" panose="020B0500000000000000" pitchFamily="34" charset="77"/>
              </a:rPr>
              <a:t>Other prediction model (</a:t>
            </a:r>
            <a:r>
              <a:rPr lang="en-US" sz="1800" dirty="0" err="1">
                <a:latin typeface="EON Brix Sans" panose="020B0500000000000000" pitchFamily="34" charset="77"/>
              </a:rPr>
              <a:t>XGBoost</a:t>
            </a:r>
            <a:r>
              <a:rPr lang="en-US" sz="1800">
                <a:latin typeface="EON Brix Sans" panose="020B0500000000000000" pitchFamily="34" charset="77"/>
              </a:rPr>
              <a:t>)</a:t>
            </a:r>
            <a:endParaRPr lang="en-US" sz="1800" dirty="0">
              <a:latin typeface="EON Brix Sans" panose="020B0500000000000000" pitchFamily="34" charset="77"/>
            </a:endParaRPr>
          </a:p>
          <a:p>
            <a:pPr marL="342900" indent="-342900">
              <a:buFont typeface="+mj-lt"/>
              <a:buAutoNum type="arabicPeriod"/>
            </a:pPr>
            <a:r>
              <a:rPr lang="en-US" sz="1800" dirty="0">
                <a:latin typeface="EON Brix Sans" panose="020B0500000000000000" pitchFamily="34" charset="77"/>
              </a:rPr>
              <a:t>Conclusion + Model Algorithms (free &amp; open source)</a:t>
            </a: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93321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44319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rPr>
              <a:t>Room</a:t>
            </a:r>
            <a:r>
              <a:rPr lang="de-DE" sz="2400" kern="100" dirty="0">
                <a:solidFill>
                  <a:srgbClr val="EA1C0A"/>
                </a:solidFill>
              </a:rPr>
              <a:t> </a:t>
            </a:r>
            <a:r>
              <a:rPr lang="de-DE" sz="2400" kern="100" dirty="0" err="1">
                <a:solidFill>
                  <a:srgbClr val="EA1C0A"/>
                </a:solidFill>
              </a:rPr>
              <a:t>temperature</a:t>
            </a:r>
            <a:r>
              <a:rPr lang="de-DE" sz="2400" kern="100" dirty="0">
                <a:solidFill>
                  <a:srgbClr val="EA1C0A"/>
                </a:solidFill>
              </a:rPr>
              <a:t> </a:t>
            </a:r>
            <a:r>
              <a:rPr lang="de-DE" sz="2400" kern="100" dirty="0" err="1">
                <a:solidFill>
                  <a:srgbClr val="EA1C0A"/>
                </a:solidFill>
              </a:rPr>
              <a:t>prediction</a:t>
            </a:r>
            <a:r>
              <a:rPr lang="de-DE" sz="2400" kern="100" dirty="0">
                <a:solidFill>
                  <a:srgbClr val="EA1C0A"/>
                </a:solidFill>
              </a:rPr>
              <a:t> </a:t>
            </a:r>
            <a:r>
              <a:rPr lang="de-DE" sz="2400" kern="100" dirty="0" err="1">
                <a:solidFill>
                  <a:srgbClr val="EA1C0A"/>
                </a:solidFill>
              </a:rPr>
              <a:t>with</a:t>
            </a:r>
            <a:r>
              <a:rPr lang="de-DE" sz="2400" kern="100" dirty="0">
                <a:solidFill>
                  <a:srgbClr val="EA1C0A"/>
                </a:solidFill>
              </a:rPr>
              <a:t> AI</a:t>
            </a:r>
          </a:p>
          <a:p>
            <a:pPr algn="ctr"/>
            <a:endParaRPr lang="de-DE" sz="2400" kern="100" dirty="0">
              <a:solidFill>
                <a:srgbClr val="EA1C0A"/>
              </a:solidFill>
              <a:latin typeface="+mj-lt"/>
              <a:ea typeface="+mj-ea"/>
              <a:cs typeface="+mj-cs"/>
            </a:endParaRPr>
          </a:p>
          <a:p>
            <a:pPr algn="ctr"/>
            <a:endParaRPr lang="en-US" sz="2400" kern="100" dirty="0">
              <a:solidFill>
                <a:srgbClr val="EA1C0A"/>
              </a:solidFill>
              <a:latin typeface="+mj-lt"/>
              <a:ea typeface="+mj-ea"/>
              <a:cs typeface="+mj-cs"/>
            </a:endParaRPr>
          </a:p>
          <a:p>
            <a:pPr marL="342900" indent="-342900">
              <a:buFont typeface="+mj-lt"/>
              <a:buAutoNum type="arabicPeriod"/>
            </a:pPr>
            <a:r>
              <a:rPr lang="en-US" sz="1800" dirty="0">
                <a:latin typeface="EON Brix Sans" panose="020B0500000000000000" pitchFamily="34" charset="77"/>
              </a:rPr>
              <a:t>Introduction</a:t>
            </a:r>
          </a:p>
          <a:p>
            <a:r>
              <a:rPr lang="en-US" sz="2200" dirty="0">
                <a:latin typeface="EON Brix Sans" panose="020B0500000000000000" pitchFamily="34" charset="77"/>
              </a:rPr>
              <a:t>We want to predict the room temperature, using :</a:t>
            </a:r>
          </a:p>
          <a:p>
            <a:pPr marL="342900" indent="-342900">
              <a:buFont typeface="Arial" panose="020B0604020202020204" pitchFamily="34" charset="0"/>
              <a:buChar char="•"/>
            </a:pPr>
            <a:r>
              <a:rPr lang="en-US" sz="2200" dirty="0">
                <a:latin typeface="EON Brix Sans" panose="020B0500000000000000" pitchFamily="34" charset="77"/>
              </a:rPr>
              <a:t>Weather features (temperature/humidity/wind speed/cloudy, </a:t>
            </a:r>
            <a:r>
              <a:rPr lang="en-US" sz="2200" dirty="0" err="1">
                <a:latin typeface="EON Brix Sans" panose="020B0500000000000000" pitchFamily="34" charset="77"/>
              </a:rPr>
              <a:t>etc</a:t>
            </a:r>
            <a:r>
              <a:rPr lang="en-US" sz="2200" dirty="0">
                <a:latin typeface="EON Brix Sans" panose="020B0500000000000000" pitchFamily="34" charset="77"/>
              </a:rPr>
              <a:t>…)</a:t>
            </a:r>
          </a:p>
          <a:p>
            <a:pPr marL="342900" indent="-342900">
              <a:buFont typeface="Arial" panose="020B0604020202020204" pitchFamily="34" charset="0"/>
              <a:buChar char="•"/>
            </a:pPr>
            <a:r>
              <a:rPr lang="en-US" sz="2200" dirty="0">
                <a:latin typeface="EON Brix Sans" panose="020B0500000000000000" pitchFamily="34" charset="77"/>
              </a:rPr>
              <a:t>BMS features (setpoint/schedule/cooling/heating sensors, </a:t>
            </a:r>
            <a:r>
              <a:rPr lang="en-US" sz="2200" dirty="0" err="1">
                <a:latin typeface="EON Brix Sans" panose="020B0500000000000000" pitchFamily="34" charset="77"/>
              </a:rPr>
              <a:t>etc</a:t>
            </a:r>
            <a:r>
              <a:rPr lang="en-US" sz="2200" dirty="0">
                <a:latin typeface="EON Brix Sans" panose="020B0500000000000000" pitchFamily="34" charset="77"/>
              </a:rPr>
              <a:t>…)</a:t>
            </a:r>
          </a:p>
          <a:p>
            <a:endParaRPr lang="en-US" sz="1800" dirty="0">
              <a:latin typeface="EON Brix Sans" panose="020B0500000000000000" pitchFamily="34" charset="77"/>
            </a:endParaRP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426135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59093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rPr>
              <a:t>Room</a:t>
            </a:r>
            <a:r>
              <a:rPr lang="de-DE" sz="2400" kern="100" dirty="0">
                <a:solidFill>
                  <a:srgbClr val="EA1C0A"/>
                </a:solidFill>
              </a:rPr>
              <a:t> </a:t>
            </a:r>
            <a:r>
              <a:rPr lang="de-DE" sz="2400" kern="100" dirty="0" err="1">
                <a:solidFill>
                  <a:srgbClr val="EA1C0A"/>
                </a:solidFill>
              </a:rPr>
              <a:t>temperature</a:t>
            </a:r>
            <a:r>
              <a:rPr lang="de-DE" sz="2400" kern="100" dirty="0">
                <a:solidFill>
                  <a:srgbClr val="EA1C0A"/>
                </a:solidFill>
              </a:rPr>
              <a:t> </a:t>
            </a:r>
            <a:r>
              <a:rPr lang="de-DE" sz="2400" kern="100" dirty="0" err="1">
                <a:solidFill>
                  <a:srgbClr val="EA1C0A"/>
                </a:solidFill>
              </a:rPr>
              <a:t>prediction</a:t>
            </a:r>
            <a:r>
              <a:rPr lang="de-DE" sz="2400" kern="100" dirty="0">
                <a:solidFill>
                  <a:srgbClr val="EA1C0A"/>
                </a:solidFill>
              </a:rPr>
              <a:t> </a:t>
            </a:r>
            <a:r>
              <a:rPr lang="de-DE" sz="2400" kern="100" dirty="0" err="1">
                <a:solidFill>
                  <a:srgbClr val="EA1C0A"/>
                </a:solidFill>
              </a:rPr>
              <a:t>with</a:t>
            </a:r>
            <a:r>
              <a:rPr lang="de-DE" sz="2400" kern="100" dirty="0">
                <a:solidFill>
                  <a:srgbClr val="EA1C0A"/>
                </a:solidFill>
              </a:rPr>
              <a:t> AI</a:t>
            </a:r>
          </a:p>
          <a:p>
            <a:pPr algn="ctr"/>
            <a:endParaRPr lang="de-DE" sz="2400" kern="100" dirty="0">
              <a:solidFill>
                <a:srgbClr val="EA1C0A"/>
              </a:solidFill>
              <a:latin typeface="+mj-lt"/>
              <a:ea typeface="+mj-ea"/>
              <a:cs typeface="+mj-cs"/>
            </a:endParaRPr>
          </a:p>
          <a:p>
            <a:pPr algn="ctr"/>
            <a:endParaRPr lang="en-US" sz="2400" kern="100" dirty="0">
              <a:solidFill>
                <a:srgbClr val="EA1C0A"/>
              </a:solidFill>
              <a:latin typeface="+mj-lt"/>
              <a:ea typeface="+mj-ea"/>
              <a:cs typeface="+mj-cs"/>
            </a:endParaRPr>
          </a:p>
          <a:p>
            <a:r>
              <a:rPr lang="en-US" sz="1800" dirty="0">
                <a:latin typeface="EON Brix Sans" panose="020B0500000000000000" pitchFamily="34" charset="77"/>
              </a:rPr>
              <a:t>Advantages of using the Prophet AI timeseries predictor model:</a:t>
            </a:r>
          </a:p>
          <a:p>
            <a:pPr marL="285750" indent="-285750">
              <a:buFont typeface="Arial" panose="020B0604020202020204" pitchFamily="34" charset="0"/>
              <a:buChar char="•"/>
            </a:pPr>
            <a:r>
              <a:rPr lang="en-US" sz="1800" dirty="0">
                <a:latin typeface="EON Brix Sans" panose="020B0500000000000000" pitchFamily="34" charset="77"/>
              </a:rPr>
              <a:t>good model for input data that fits yearly/weekly/daily seasonality plus special events like holidays</a:t>
            </a:r>
          </a:p>
          <a:p>
            <a:pPr marL="285750" indent="-285750">
              <a:buFont typeface="Arial" panose="020B0604020202020204" pitchFamily="34" charset="0"/>
              <a:buChar char="•"/>
            </a:pPr>
            <a:r>
              <a:rPr lang="en-US" sz="1800" dirty="0">
                <a:latin typeface="EON Brix Sans" panose="020B0500000000000000" pitchFamily="34" charset="77"/>
              </a:rPr>
              <a:t>Support for recurring events (public holiday, weekends, days with special offers, </a:t>
            </a:r>
            <a:r>
              <a:rPr lang="en-US" sz="1800" dirty="0" err="1">
                <a:latin typeface="EON Brix Sans" panose="020B0500000000000000" pitchFamily="34" charset="77"/>
              </a:rPr>
              <a:t>Blackfriday</a:t>
            </a:r>
            <a:r>
              <a:rPr lang="en-US" sz="1800" dirty="0">
                <a:latin typeface="EON Brix Sans" panose="020B0500000000000000" pitchFamily="34" charset="77"/>
              </a:rPr>
              <a:t>, football championship, </a:t>
            </a:r>
            <a:r>
              <a:rPr lang="en-US" sz="1800" dirty="0" err="1">
                <a:latin typeface="EON Brix Sans" panose="020B0500000000000000" pitchFamily="34" charset="77"/>
              </a:rPr>
              <a:t>etc</a:t>
            </a:r>
            <a:r>
              <a:rPr lang="en-US" sz="1800" dirty="0">
                <a:latin typeface="EON Brix Sans" panose="020B0500000000000000" pitchFamily="34" charset="77"/>
              </a:rPr>
              <a:t>)</a:t>
            </a:r>
          </a:p>
          <a:p>
            <a:pPr marL="285750" indent="-285750">
              <a:buFont typeface="Arial" panose="020B0604020202020204" pitchFamily="34" charset="0"/>
              <a:buChar char="•"/>
            </a:pPr>
            <a:r>
              <a:rPr lang="en-US" sz="1800" dirty="0">
                <a:latin typeface="EON Brix Sans" panose="020B0500000000000000" pitchFamily="34" charset="77"/>
              </a:rPr>
              <a:t>use other features(from building or outside building, or computed/predicted ones) as dependent features that will improve the prediction</a:t>
            </a:r>
          </a:p>
          <a:p>
            <a:pPr marL="285750" indent="-285750">
              <a:buFont typeface="Arial" panose="020B0604020202020204" pitchFamily="34" charset="0"/>
              <a:buChar char="•"/>
            </a:pPr>
            <a:endParaRPr lang="en-US" sz="1800" dirty="0">
              <a:latin typeface="EON Brix Sans" panose="020B0500000000000000" pitchFamily="34" charset="77"/>
            </a:endParaRPr>
          </a:p>
          <a:p>
            <a:r>
              <a:rPr lang="en-US" sz="1800" dirty="0" err="1">
                <a:latin typeface="EON Brix Sans" panose="020B0500000000000000" pitchFamily="34" charset="77"/>
              </a:rPr>
              <a:t>Obs</a:t>
            </a:r>
            <a:r>
              <a:rPr lang="en-US" sz="1800" dirty="0">
                <a:latin typeface="EON Brix Sans" panose="020B0500000000000000" pitchFamily="34" charset="77"/>
              </a:rPr>
              <a:t>: For input features, we need past and future data (required for any predictor available on market)</a:t>
            </a:r>
          </a:p>
          <a:p>
            <a:endParaRPr lang="en-US" sz="1800" dirty="0">
              <a:latin typeface="EON Brix Sans" panose="020B0500000000000000" pitchFamily="34" charset="77"/>
            </a:endParaRP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332602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4006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r>
              <a:rPr lang="en-US" sz="1800" dirty="0">
                <a:latin typeface="EON Brix Sans" panose="020B0500000000000000" pitchFamily="34" charset="77"/>
              </a:rPr>
              <a:t>2. The input: timeseries dataset</a:t>
            </a: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3" name="Picture 2" descr="A screenshot of a cell phone&#10;&#10;Description automatically generated">
            <a:extLst>
              <a:ext uri="{FF2B5EF4-FFF2-40B4-BE49-F238E27FC236}">
                <a16:creationId xmlns:a16="http://schemas.microsoft.com/office/drawing/2014/main" id="{FE07E7E6-4EE1-C640-B2C2-32E27DECC3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868" y="1167302"/>
            <a:ext cx="5765132" cy="4372432"/>
          </a:xfrm>
          <a:prstGeom prst="rect">
            <a:avLst/>
          </a:prstGeom>
        </p:spPr>
      </p:pic>
    </p:spTree>
    <p:extLst>
      <p:ext uri="{BB962C8B-B14F-4D97-AF65-F5344CB8AC3E}">
        <p14:creationId xmlns:p14="http://schemas.microsoft.com/office/powerpoint/2010/main" val="171860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4006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r>
              <a:rPr lang="en-US" sz="1800" dirty="0">
                <a:latin typeface="EON Brix Sans" panose="020B0500000000000000" pitchFamily="34" charset="77"/>
              </a:rPr>
              <a:t>3. The Output: room temperature prediction:</a:t>
            </a: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3" name="Picture 2" descr="A screenshot of a map&#10;&#10;Description automatically generated">
            <a:extLst>
              <a:ext uri="{FF2B5EF4-FFF2-40B4-BE49-F238E27FC236}">
                <a16:creationId xmlns:a16="http://schemas.microsoft.com/office/drawing/2014/main" id="{063A217B-EF07-F944-A652-DEF3598F4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90" y="1532755"/>
            <a:ext cx="9389414" cy="2705290"/>
          </a:xfrm>
          <a:prstGeom prst="rect">
            <a:avLst/>
          </a:prstGeom>
        </p:spPr>
      </p:pic>
    </p:spTree>
    <p:extLst>
      <p:ext uri="{BB962C8B-B14F-4D97-AF65-F5344CB8AC3E}">
        <p14:creationId xmlns:p14="http://schemas.microsoft.com/office/powerpoint/2010/main" val="408072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4006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r>
              <a:rPr lang="en-US" sz="1800" dirty="0">
                <a:latin typeface="EON Brix Sans" panose="020B0500000000000000" pitchFamily="34" charset="77"/>
              </a:rPr>
              <a:t>3. The Output: room temperature prediction:</a:t>
            </a: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5" name="Picture 4" descr="A screenshot of a cell phone&#10;&#10;Description automatically generated">
            <a:extLst>
              <a:ext uri="{FF2B5EF4-FFF2-40B4-BE49-F238E27FC236}">
                <a16:creationId xmlns:a16="http://schemas.microsoft.com/office/drawing/2014/main" id="{91E3B025-02D1-EE40-8EF9-FE72A3664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89422"/>
            <a:ext cx="8468139" cy="2964656"/>
          </a:xfrm>
          <a:prstGeom prst="rect">
            <a:avLst/>
          </a:prstGeom>
        </p:spPr>
      </p:pic>
    </p:spTree>
    <p:extLst>
      <p:ext uri="{BB962C8B-B14F-4D97-AF65-F5344CB8AC3E}">
        <p14:creationId xmlns:p14="http://schemas.microsoft.com/office/powerpoint/2010/main" val="2826781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7699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pPr algn="ctr"/>
            <a:endParaRPr lang="de-DE" sz="2400" kern="100" dirty="0">
              <a:solidFill>
                <a:srgbClr val="EA1C0A"/>
              </a:solidFill>
              <a:latin typeface="+mj-lt"/>
              <a:ea typeface="+mj-ea"/>
              <a:cs typeface="+mj-cs"/>
            </a:endParaRPr>
          </a:p>
          <a:p>
            <a:r>
              <a:rPr lang="en-US" sz="1800" dirty="0">
                <a:latin typeface="EON Brix Sans" panose="020B0500000000000000" pitchFamily="34" charset="77"/>
              </a:rPr>
              <a:t>4. Prediction Evaluation (Quality metrics)</a:t>
            </a: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3" name="Picture 2" descr="A picture containing knife&#10;&#10;Description automatically generated">
            <a:extLst>
              <a:ext uri="{FF2B5EF4-FFF2-40B4-BE49-F238E27FC236}">
                <a16:creationId xmlns:a16="http://schemas.microsoft.com/office/drawing/2014/main" id="{52CE39CE-0583-9B48-B19F-09C90D1ED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977" y="2093475"/>
            <a:ext cx="3797300" cy="1498600"/>
          </a:xfrm>
          <a:prstGeom prst="rect">
            <a:avLst/>
          </a:prstGeom>
        </p:spPr>
      </p:pic>
    </p:spTree>
    <p:extLst>
      <p:ext uri="{BB962C8B-B14F-4D97-AF65-F5344CB8AC3E}">
        <p14:creationId xmlns:p14="http://schemas.microsoft.com/office/powerpoint/2010/main" val="1142660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30469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pPr algn="ctr"/>
            <a:endParaRPr lang="de-DE" sz="2400" kern="100" dirty="0">
              <a:solidFill>
                <a:srgbClr val="EA1C0A"/>
              </a:solidFill>
              <a:latin typeface="+mj-lt"/>
              <a:ea typeface="+mj-ea"/>
              <a:cs typeface="+mj-cs"/>
            </a:endParaRPr>
          </a:p>
          <a:p>
            <a:r>
              <a:rPr lang="en-US" sz="1800" dirty="0">
                <a:latin typeface="EON Brix Sans" panose="020B0500000000000000" pitchFamily="34" charset="77"/>
              </a:rPr>
              <a:t>4. Prediction Evaluation (Quality metrics) : RMSE and MAPE</a:t>
            </a:r>
          </a:p>
          <a:p>
            <a:endParaRPr lang="en-US" sz="1800" dirty="0">
              <a:latin typeface="EON Brix Sans" panose="020B0500000000000000" pitchFamily="34" charset="77"/>
            </a:endParaRP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4" name="Picture 3" descr="A close up of a map&#10;&#10;Description automatically generated">
            <a:extLst>
              <a:ext uri="{FF2B5EF4-FFF2-40B4-BE49-F238E27FC236}">
                <a16:creationId xmlns:a16="http://schemas.microsoft.com/office/drawing/2014/main" id="{697C59E2-C198-F543-AAB6-43A528A90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2" y="1827323"/>
            <a:ext cx="5379002" cy="3179624"/>
          </a:xfrm>
          <a:prstGeom prst="rect">
            <a:avLst/>
          </a:prstGeom>
        </p:spPr>
      </p:pic>
      <p:pic>
        <p:nvPicPr>
          <p:cNvPr id="6" name="Picture 5" descr="A close up of a map&#10;&#10;Description automatically generated">
            <a:extLst>
              <a:ext uri="{FF2B5EF4-FFF2-40B4-BE49-F238E27FC236}">
                <a16:creationId xmlns:a16="http://schemas.microsoft.com/office/drawing/2014/main" id="{6E736EDA-28E9-3A44-B662-97A761848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2050" y="1911791"/>
            <a:ext cx="5241024" cy="3095156"/>
          </a:xfrm>
          <a:prstGeom prst="rect">
            <a:avLst/>
          </a:prstGeom>
        </p:spPr>
      </p:pic>
    </p:spTree>
    <p:extLst>
      <p:ext uri="{BB962C8B-B14F-4D97-AF65-F5344CB8AC3E}">
        <p14:creationId xmlns:p14="http://schemas.microsoft.com/office/powerpoint/2010/main" val="1130901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7699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pPr algn="ctr"/>
            <a:endParaRPr lang="de-DE" sz="2400" kern="100" dirty="0">
              <a:solidFill>
                <a:srgbClr val="EA1C0A"/>
              </a:solidFill>
              <a:latin typeface="+mj-lt"/>
              <a:ea typeface="+mj-ea"/>
              <a:cs typeface="+mj-cs"/>
            </a:endParaRPr>
          </a:p>
          <a:p>
            <a:r>
              <a:rPr lang="en-US" sz="1800" dirty="0">
                <a:latin typeface="EON Brix Sans" panose="020B0500000000000000" pitchFamily="34" charset="77"/>
              </a:rPr>
              <a:t>5. Other prediction model (</a:t>
            </a:r>
            <a:r>
              <a:rPr lang="en-US" sz="1800" dirty="0" err="1">
                <a:latin typeface="EON Brix Sans" panose="020B0500000000000000" pitchFamily="34" charset="77"/>
              </a:rPr>
              <a:t>XGBoost</a:t>
            </a:r>
            <a:r>
              <a:rPr lang="en-US" sz="1800" dirty="0">
                <a:latin typeface="EON Brix Sans" panose="020B0500000000000000" pitchFamily="34" charset="77"/>
              </a:rPr>
              <a:t>):</a:t>
            </a: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pic>
        <p:nvPicPr>
          <p:cNvPr id="5" name="Picture 4" descr="A close up of a map&#10;&#10;Description automatically generated">
            <a:extLst>
              <a:ext uri="{FF2B5EF4-FFF2-40B4-BE49-F238E27FC236}">
                <a16:creationId xmlns:a16="http://schemas.microsoft.com/office/drawing/2014/main" id="{F0573332-2946-2F42-9D1A-3FF493D62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803" y="1781510"/>
            <a:ext cx="9144000" cy="3202546"/>
          </a:xfrm>
          <a:prstGeom prst="rect">
            <a:avLst/>
          </a:prstGeom>
        </p:spPr>
      </p:pic>
    </p:spTree>
    <p:extLst>
      <p:ext uri="{BB962C8B-B14F-4D97-AF65-F5344CB8AC3E}">
        <p14:creationId xmlns:p14="http://schemas.microsoft.com/office/powerpoint/2010/main" val="80417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60939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pPr algn="ctr"/>
            <a:endParaRPr lang="de-DE" sz="2400" kern="100" dirty="0">
              <a:solidFill>
                <a:srgbClr val="EA1C0A"/>
              </a:solidFill>
              <a:latin typeface="+mj-lt"/>
              <a:ea typeface="+mj-ea"/>
              <a:cs typeface="+mj-cs"/>
            </a:endParaRPr>
          </a:p>
          <a:p>
            <a:r>
              <a:rPr lang="en-US" sz="1800" dirty="0">
                <a:latin typeface="EON Brix Sans" panose="020B0500000000000000" pitchFamily="34" charset="77"/>
              </a:rPr>
              <a:t>6. Conclusion</a:t>
            </a:r>
          </a:p>
          <a:p>
            <a:endParaRPr lang="en-US" sz="1800" dirty="0">
              <a:latin typeface="EON Brix Sans" panose="020B0500000000000000" pitchFamily="34" charset="77"/>
            </a:endParaRPr>
          </a:p>
          <a:p>
            <a:r>
              <a:rPr lang="en-US" sz="1800" dirty="0">
                <a:latin typeface="EON Brix Sans" panose="020B0500000000000000" pitchFamily="34" charset="77"/>
              </a:rPr>
              <a:t>Model Algorithms (free &amp; open source):</a:t>
            </a:r>
          </a:p>
          <a:p>
            <a:pPr marL="285750" indent="-285750">
              <a:buFont typeface="Arial" panose="020B0604020202020204" pitchFamily="34" charset="0"/>
              <a:buChar char="•"/>
            </a:pPr>
            <a:r>
              <a:rPr lang="en-US" sz="1800" dirty="0" err="1">
                <a:latin typeface="EON Brix Sans" panose="020B0500000000000000" pitchFamily="34" charset="77"/>
              </a:rPr>
              <a:t>XGBoost</a:t>
            </a:r>
            <a:r>
              <a:rPr lang="en-US" sz="1800" dirty="0">
                <a:latin typeface="EON Brix Sans" panose="020B0500000000000000" pitchFamily="34" charset="77"/>
              </a:rPr>
              <a:t>: Random forest decision trees</a:t>
            </a:r>
          </a:p>
          <a:p>
            <a:pPr marL="285750" indent="-285750">
              <a:buFont typeface="Arial" panose="020B0604020202020204" pitchFamily="34" charset="0"/>
              <a:buChar char="•"/>
            </a:pPr>
            <a:r>
              <a:rPr lang="en-US" sz="1800" dirty="0">
                <a:latin typeface="EON Brix Sans" panose="020B0500000000000000" pitchFamily="34" charset="77"/>
              </a:rPr>
              <a:t>Prophet Model: A generalized additive model (GAM) is a </a:t>
            </a:r>
            <a:r>
              <a:rPr lang="en-US" sz="1800" dirty="0">
                <a:latin typeface="EON Brix Sans" panose="020B0500000000000000" pitchFamily="34" charset="77"/>
                <a:hlinkClick r:id="rId3">
                  <a:extLst>
                    <a:ext uri="{A12FA001-AC4F-418D-AE19-62706E023703}">
                      <ahyp:hlinkClr xmlns:ahyp="http://schemas.microsoft.com/office/drawing/2018/hyperlinkcolor" val="tx"/>
                    </a:ext>
                  </a:extLst>
                </a:hlinkClick>
              </a:rPr>
              <a:t>Generalized Linear Model (GLM)</a:t>
            </a:r>
            <a:r>
              <a:rPr lang="en-US" sz="1800" dirty="0">
                <a:latin typeface="EON Brix Sans" panose="020B0500000000000000" pitchFamily="34" charset="77"/>
              </a:rPr>
              <a:t> in which the linear predictor depends linearly on predictor variables and smooth functions of predictor variables. (</a:t>
            </a:r>
            <a:r>
              <a:rPr lang="en-US" sz="1800" dirty="0">
                <a:latin typeface="EON Brix Sans" panose="020B0500000000000000" pitchFamily="34" charset="77"/>
                <a:hlinkClick r:id="rId4"/>
              </a:rPr>
              <a:t>https://facebook.github.io/prophet/</a:t>
            </a:r>
            <a:r>
              <a:rPr lang="en-US" sz="1800" dirty="0">
                <a:latin typeface="EON Brix Sans" panose="020B0500000000000000" pitchFamily="34" charset="77"/>
              </a:rPr>
              <a:t>  </a:t>
            </a:r>
            <a:r>
              <a:rPr lang="en-US" sz="1800" dirty="0">
                <a:latin typeface="EON Brix Sans" panose="020B0500000000000000" pitchFamily="34" charset="77"/>
                <a:hlinkClick r:id="rId5"/>
              </a:rPr>
              <a:t>https://peerj.com/preprints/3190/</a:t>
            </a:r>
            <a:r>
              <a:rPr lang="en-US" sz="1800" dirty="0">
                <a:latin typeface="EON Brix Sans" panose="020B0500000000000000" pitchFamily="34" charset="77"/>
              </a:rPr>
              <a:t> )</a:t>
            </a:r>
          </a:p>
          <a:p>
            <a:endParaRPr lang="en-US" sz="1800" dirty="0">
              <a:latin typeface="EON Brix Sans" panose="020B0500000000000000" pitchFamily="34" charset="77"/>
            </a:endParaRPr>
          </a:p>
          <a:p>
            <a:r>
              <a:rPr lang="en-US" sz="1800" dirty="0" err="1">
                <a:latin typeface="EON Brix Sans" panose="020B0500000000000000" pitchFamily="34" charset="77"/>
              </a:rPr>
              <a:t>XGBoost</a:t>
            </a:r>
            <a:r>
              <a:rPr lang="en-US" sz="1800" dirty="0">
                <a:latin typeface="EON Brix Sans" panose="020B0500000000000000" pitchFamily="34" charset="77"/>
              </a:rPr>
              <a:t> is the top predictor on the market but requires more intervention from the programmer because it is too generic.</a:t>
            </a:r>
          </a:p>
          <a:p>
            <a:endParaRPr lang="en-US" sz="1800" dirty="0">
              <a:latin typeface="EON Brix Sans" panose="020B0500000000000000" pitchFamily="34" charset="77"/>
            </a:endParaRPr>
          </a:p>
          <a:p>
            <a:endParaRPr lang="en-US" sz="1800" dirty="0">
              <a:latin typeface="EON Brix Sans" panose="020B0500000000000000" pitchFamily="34" charset="77"/>
            </a:endParaRPr>
          </a:p>
          <a:p>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903821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29546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r>
              <a:rPr lang="en-US" sz="1800" dirty="0">
                <a:latin typeface="EON Brix Sans" panose="020B0500000000000000" pitchFamily="34" charset="77"/>
              </a:rPr>
              <a:t>6. Conclusion</a:t>
            </a:r>
          </a:p>
          <a:p>
            <a:r>
              <a:rPr lang="en-US" sz="1800" b="1" dirty="0">
                <a:latin typeface="EON Brix Sans" panose="020B0500000000000000" pitchFamily="34" charset="77"/>
              </a:rPr>
              <a:t>The model that we’ve selected has similar quality metrics against the </a:t>
            </a:r>
            <a:r>
              <a:rPr lang="en-US" sz="1800" b="1" dirty="0" err="1">
                <a:latin typeface="EON Brix Sans" panose="020B0500000000000000" pitchFamily="34" charset="77"/>
              </a:rPr>
              <a:t>XGBoost</a:t>
            </a:r>
            <a:r>
              <a:rPr lang="en-US" sz="1800" b="1" dirty="0">
                <a:latin typeface="EON Brix Sans" panose="020B0500000000000000" pitchFamily="34" charset="77"/>
              </a:rPr>
              <a:t> model.  Because the Prophet model has out of the box support for timeseries and recurrent events (</a:t>
            </a:r>
            <a:r>
              <a:rPr lang="en-US" sz="1800" b="1" dirty="0" err="1">
                <a:latin typeface="EON Brix Sans" panose="020B0500000000000000" pitchFamily="34" charset="77"/>
              </a:rPr>
              <a:t>e.g</a:t>
            </a:r>
            <a:r>
              <a:rPr lang="en-US" sz="1800" b="1" dirty="0">
                <a:latin typeface="EON Brix Sans" panose="020B0500000000000000" pitchFamily="34" charset="77"/>
              </a:rPr>
              <a:t> holidays), we will choose Prophet AI model</a:t>
            </a: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3643712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AF9703-82EF-40F9-8950-AAE28A6023C1}"/>
              </a:ext>
            </a:extLst>
          </p:cNvPr>
          <p:cNvSpPr txBox="1"/>
          <p:nvPr/>
        </p:nvSpPr>
        <p:spPr>
          <a:xfrm>
            <a:off x="378000" y="708482"/>
            <a:ext cx="8257988" cy="48936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ctr"/>
            <a:r>
              <a:rPr lang="de-DE" sz="2400" kern="100" dirty="0" err="1">
                <a:solidFill>
                  <a:srgbClr val="EA1C0A"/>
                </a:solidFill>
                <a:latin typeface="+mj-lt"/>
                <a:ea typeface="+mj-ea"/>
                <a:cs typeface="+mj-cs"/>
              </a:rPr>
              <a:t>Room</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temperature</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prediction</a:t>
            </a:r>
            <a:r>
              <a:rPr lang="de-DE" sz="2400" kern="100" dirty="0">
                <a:solidFill>
                  <a:srgbClr val="EA1C0A"/>
                </a:solidFill>
                <a:latin typeface="+mj-lt"/>
                <a:ea typeface="+mj-ea"/>
                <a:cs typeface="+mj-cs"/>
              </a:rPr>
              <a:t> </a:t>
            </a:r>
            <a:r>
              <a:rPr lang="de-DE" sz="2400" kern="100" dirty="0" err="1">
                <a:solidFill>
                  <a:srgbClr val="EA1C0A"/>
                </a:solidFill>
                <a:latin typeface="+mj-lt"/>
                <a:ea typeface="+mj-ea"/>
                <a:cs typeface="+mj-cs"/>
              </a:rPr>
              <a:t>with</a:t>
            </a:r>
            <a:r>
              <a:rPr lang="de-DE" sz="2400" kern="100" dirty="0">
                <a:solidFill>
                  <a:srgbClr val="EA1C0A"/>
                </a:solidFill>
                <a:latin typeface="+mj-lt"/>
                <a:ea typeface="+mj-ea"/>
                <a:cs typeface="+mj-cs"/>
              </a:rPr>
              <a:t> AI</a:t>
            </a:r>
          </a:p>
          <a:p>
            <a:r>
              <a:rPr lang="en-US" sz="1800" dirty="0">
                <a:latin typeface="EON Brix Sans" panose="020B0500000000000000" pitchFamily="34" charset="77"/>
              </a:rPr>
              <a:t>6. Conclusion</a:t>
            </a:r>
          </a:p>
          <a:p>
            <a:r>
              <a:rPr lang="en-US" sz="1800" dirty="0">
                <a:latin typeface="EON Brix Sans" panose="020B0500000000000000" pitchFamily="34" charset="77"/>
              </a:rPr>
              <a:t>Now we’ve used also weather and BMS sensor as input (recommended) with good prediction quality factor. For simpler cases (maybe a store has less sensors), we can use only the weather predictions(may produce less accurate predictions)</a:t>
            </a:r>
          </a:p>
          <a:p>
            <a:endParaRPr lang="en-US" sz="1800" dirty="0">
              <a:latin typeface="EON Brix Sans" panose="020B0500000000000000" pitchFamily="34" charset="77"/>
            </a:endParaRPr>
          </a:p>
          <a:p>
            <a:endParaRPr lang="en-US" sz="1800" dirty="0">
              <a:latin typeface="EON Brix Sans" panose="020B0500000000000000" pitchFamily="34" charset="77"/>
            </a:endParaRPr>
          </a:p>
          <a:p>
            <a:r>
              <a:rPr lang="en-US" sz="1800" b="1" dirty="0">
                <a:latin typeface="EON Brix Sans" panose="020B0500000000000000" pitchFamily="34" charset="77"/>
              </a:rPr>
              <a:t>Even we found a good candidate for the prediction model, the current investigation is not done, we still need to check the model against more BMS sensors and to understand the impact/relations of the BMS sensors against the model (some of the computations were made in testing mode, with only historical data). We need more investigations, and for that we need more data and more sensor interactions.</a:t>
            </a: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dirty="0">
              <a:latin typeface="EON Brix Sans" panose="020B0500000000000000" pitchFamily="34" charset="77"/>
            </a:endParaRPr>
          </a:p>
          <a:p>
            <a:pPr marL="285750" indent="-285750">
              <a:buFont typeface="Arial" panose="020B0604020202020204" pitchFamily="34" charset="0"/>
              <a:buChar char="•"/>
            </a:pPr>
            <a:endParaRPr lang="en-US" sz="1800" dirty="0">
              <a:latin typeface="EON Brix Sans" panose="020B0500000000000000" pitchFamily="34" charset="77"/>
            </a:endParaRPr>
          </a:p>
          <a:p>
            <a:endParaRPr lang="en-US" sz="1800" kern="1200" dirty="0">
              <a:solidFill>
                <a:schemeClr val="tx1"/>
              </a:solidFill>
              <a:latin typeface="EON Brix Sans" panose="020B0500000000000000" pitchFamily="34" charset="77"/>
            </a:endParaRPr>
          </a:p>
        </p:txBody>
      </p:sp>
      <p:sp>
        <p:nvSpPr>
          <p:cNvPr id="12" name="Titel 1">
            <a:extLst>
              <a:ext uri="{FF2B5EF4-FFF2-40B4-BE49-F238E27FC236}">
                <a16:creationId xmlns:a16="http://schemas.microsoft.com/office/drawing/2014/main" id="{EA35649B-BB9A-4DE3-B4BE-E83BC64139C5}"/>
              </a:ext>
            </a:extLst>
          </p:cNvPr>
          <p:cNvSpPr>
            <a:spLocks noGrp="1"/>
          </p:cNvSpPr>
          <p:nvPr>
            <p:ph type="title"/>
          </p:nvPr>
        </p:nvSpPr>
        <p:spPr>
          <a:xfrm>
            <a:off x="378000" y="378000"/>
            <a:ext cx="5508000" cy="330482"/>
          </a:xfrm>
        </p:spPr>
        <p:txBody>
          <a:bodyPr/>
          <a:lstStyle/>
          <a:p>
            <a:r>
              <a:rPr lang="de-DE" dirty="0"/>
              <a:t>Optimum C&amp;C</a:t>
            </a:r>
          </a:p>
        </p:txBody>
      </p:sp>
    </p:spTree>
    <p:extLst>
      <p:ext uri="{BB962C8B-B14F-4D97-AF65-F5344CB8AC3E}">
        <p14:creationId xmlns:p14="http://schemas.microsoft.com/office/powerpoint/2010/main" val="283908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C118F6-D5CA-4FB0-9990-6DB08219FDFE}"/>
              </a:ext>
            </a:extLst>
          </p:cNvPr>
          <p:cNvSpPr txBox="1"/>
          <p:nvPr/>
        </p:nvSpPr>
        <p:spPr>
          <a:xfrm>
            <a:off x="505012" y="708482"/>
            <a:ext cx="8257988" cy="29854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GB" sz="3200" b="1">
                <a:solidFill>
                  <a:srgbClr val="EA1C0A"/>
                </a:solidFill>
                <a:latin typeface="EON Brix Sans" panose="020B0500000000000000" pitchFamily="34" charset="77"/>
              </a:rPr>
              <a:t>Questions?</a:t>
            </a:r>
          </a:p>
          <a:p>
            <a:endParaRPr lang="en-GB" sz="3200" b="1" kern="1200">
              <a:solidFill>
                <a:srgbClr val="EA1C0A"/>
              </a:solidFill>
              <a:latin typeface="EON Brix Sans" panose="020B0500000000000000" pitchFamily="34" charset="77"/>
              <a:ea typeface="+mn-ea"/>
              <a:cs typeface="+mn-cs"/>
            </a:endParaRPr>
          </a:p>
          <a:p>
            <a:r>
              <a:rPr lang="en-GB" sz="3200" b="1">
                <a:solidFill>
                  <a:srgbClr val="EA1C0A"/>
                </a:solidFill>
                <a:latin typeface="EON Brix Sans" panose="020B0500000000000000" pitchFamily="34" charset="77"/>
              </a:rPr>
              <a:t>Comments?</a:t>
            </a:r>
          </a:p>
          <a:p>
            <a:endParaRPr lang="en-GB" sz="3200" b="1" kern="1200">
              <a:solidFill>
                <a:srgbClr val="EA1C0A"/>
              </a:solidFill>
              <a:latin typeface="EON Brix Sans" panose="020B0500000000000000" pitchFamily="34" charset="77"/>
              <a:ea typeface="+mn-ea"/>
              <a:cs typeface="+mn-cs"/>
            </a:endParaRPr>
          </a:p>
          <a:p>
            <a:r>
              <a:rPr lang="en-GB" sz="3200" b="1">
                <a:solidFill>
                  <a:srgbClr val="EA1C0A"/>
                </a:solidFill>
                <a:latin typeface="EON Brix Sans" panose="020B0500000000000000" pitchFamily="34" charset="77"/>
              </a:rPr>
              <a:t>Feedback?</a:t>
            </a:r>
            <a:endParaRPr lang="en-GB" sz="3200" b="1" kern="1200">
              <a:solidFill>
                <a:srgbClr val="EA1C0A"/>
              </a:solidFill>
              <a:latin typeface="EON Brix Sans" panose="020B0500000000000000" pitchFamily="34" charset="77"/>
              <a:ea typeface="+mn-ea"/>
              <a:cs typeface="+mn-cs"/>
            </a:endParaRPr>
          </a:p>
          <a:p>
            <a:endParaRPr lang="en-US" kern="1200">
              <a:solidFill>
                <a:schemeClr val="tx1"/>
              </a:solidFill>
              <a:latin typeface="EON Brix Sans" panose="020B0500000000000000" pitchFamily="34" charset="77"/>
            </a:endParaRPr>
          </a:p>
          <a:p>
            <a:pPr marL="285750" indent="-285750">
              <a:buFont typeface="Arial" panose="020B0604020202020204" pitchFamily="34" charset="0"/>
              <a:buChar char="•"/>
            </a:pPr>
            <a:endParaRPr lang="en-US" kern="1200">
              <a:solidFill>
                <a:schemeClr val="tx1"/>
              </a:solidFill>
              <a:latin typeface="EON Brix Sans" panose="020B0500000000000000" pitchFamily="34" charset="77"/>
            </a:endParaRPr>
          </a:p>
        </p:txBody>
      </p:sp>
    </p:spTree>
    <p:extLst>
      <p:ext uri="{BB962C8B-B14F-4D97-AF65-F5344CB8AC3E}">
        <p14:creationId xmlns:p14="http://schemas.microsoft.com/office/powerpoint/2010/main" val="273622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nvPr>
        </p:nvSpPr>
        <p:spPr/>
        <p:txBody>
          <a:bodyPr/>
          <a:lstStyle/>
          <a:p>
            <a:r>
              <a:rPr lang="de-DE" err="1"/>
              <a:t>Thank</a:t>
            </a:r>
            <a:r>
              <a:rPr lang="de-DE"/>
              <a:t> </a:t>
            </a:r>
            <a:r>
              <a:rPr lang="de-DE" err="1"/>
              <a:t>you</a:t>
            </a:r>
            <a:r>
              <a:rPr lang="de-DE"/>
              <a:t>!</a:t>
            </a:r>
          </a:p>
        </p:txBody>
      </p:sp>
    </p:spTree>
    <p:extLst>
      <p:ext uri="{BB962C8B-B14F-4D97-AF65-F5344CB8AC3E}">
        <p14:creationId xmlns:p14="http://schemas.microsoft.com/office/powerpoint/2010/main" val="41373879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ERSION" val="1.3"/>
  <p:tag name="BASIS" val="EONVorlage_BrixSans"/>
</p:tagLst>
</file>

<file path=ppt/theme/theme1.xml><?xml version="1.0" encoding="utf-8"?>
<a:theme xmlns:a="http://schemas.openxmlformats.org/drawingml/2006/main" name="e-on Enjoyment Template">
  <a:themeElements>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fontScheme name="EON Brix Sans">
      <a:majorFont>
        <a:latin typeface="EON Brix Sans Black"/>
        <a:ea typeface=""/>
        <a:cs typeface=""/>
      </a:majorFont>
      <a:minorFont>
        <a:latin typeface="EON Bri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custClrLst>
    <a:custClr name=" ">
      <a:srgbClr val="FFFFFF"/>
    </a:custClr>
    <a:custClr name=" ">
      <a:srgbClr val="FFFFFF"/>
    </a:custClr>
    <a:custClr name=" ">
      <a:srgbClr val="FFFFFF"/>
    </a:custClr>
    <a:custClr name=" ">
      <a:srgbClr val="FFFFFF"/>
    </a:custClr>
    <a:custClr name=" ">
      <a:srgbClr val="FFFFFF"/>
    </a:custClr>
    <a:custClr name="Bordeaux 75%">
      <a:srgbClr val="C44341"/>
    </a:custClr>
    <a:custClr name="Turquoise 75%">
      <a:srgbClr val="85D1D8"/>
    </a:custClr>
    <a:custClr name="Yellow 75%">
      <a:srgbClr val="EAE840"/>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50%">
      <a:srgbClr val="D78180"/>
    </a:custClr>
    <a:custClr name="Turquoise 50%">
      <a:srgbClr val="ADE0E5"/>
    </a:custClr>
    <a:custClr name="Yellow 50%">
      <a:srgbClr val="F1EF7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25%">
      <a:srgbClr val="EBC0C0"/>
    </a:custClr>
    <a:custClr name="Turquoise 25%">
      <a:srgbClr val="D6EFF2"/>
    </a:custClr>
    <a:custClr name="Yellow 25%">
      <a:srgbClr val="F8F7BF"/>
    </a:custClr>
    <a:custClr name=" ">
      <a:srgbClr val="FFFFFF"/>
    </a:custClr>
    <a:custClr name=" ">
      <a:srgbClr val="FFFFFF"/>
    </a:custClr>
  </a:custClrLst>
</a:theme>
</file>

<file path=ppt/theme/theme2.xml><?xml version="1.0" encoding="utf-8"?>
<a:theme xmlns:a="http://schemas.openxmlformats.org/drawingml/2006/main" name="1_e-on Enjoyment Template">
  <a:themeElements>
    <a:clrScheme name="1_e-on Enjoyment Template">
      <a:dk1>
        <a:srgbClr val="000000"/>
      </a:dk1>
      <a:lt1>
        <a:srgbClr val="FFFFFF"/>
      </a:lt1>
      <a:dk2>
        <a:srgbClr val="A7A7A7"/>
      </a:dk2>
      <a:lt2>
        <a:srgbClr val="535353"/>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FF00FF"/>
      </a:folHlink>
    </a:clrScheme>
    <a:fontScheme name="1_e-on Enjoyment Template">
      <a:majorFont>
        <a:latin typeface="Helvetica"/>
        <a:ea typeface="Helvetica"/>
        <a:cs typeface="Helvetica"/>
      </a:majorFont>
      <a:minorFont>
        <a:latin typeface="Avenir Next"/>
        <a:ea typeface="Avenir Next"/>
        <a:cs typeface="Avenir Next"/>
      </a:minorFont>
    </a:fontScheme>
    <a:fmtScheme name="1_e-on Enjoyment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EON_Presentation</Template>
  <TotalTime>244</TotalTime>
  <Words>623</Words>
  <Application>Microsoft Macintosh PowerPoint</Application>
  <PresentationFormat>On-screen Show (16:9)</PresentationFormat>
  <Paragraphs>128</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Avenir Next</vt:lpstr>
      <vt:lpstr>EON Brix Sans</vt:lpstr>
      <vt:lpstr>EON Brix Sans Black</vt:lpstr>
      <vt:lpstr>Symbol</vt:lpstr>
      <vt:lpstr>e-on Enjoyment Template</vt:lpstr>
      <vt:lpstr>AI in Optimum C&amp;C:  Room temperature prediction with AI</vt:lpstr>
      <vt:lpstr>Optimum C&amp;C</vt:lpstr>
      <vt:lpstr>Optimum C&amp;C</vt:lpstr>
      <vt:lpstr>Optimum C&amp;C</vt:lpstr>
      <vt:lpstr>Optimum C&amp;C</vt:lpstr>
      <vt:lpstr>Optimum C&amp;C</vt:lpstr>
      <vt:lpstr>Optimum C&amp;C</vt:lpstr>
      <vt:lpstr>Optimum C&amp;C</vt:lpstr>
      <vt:lpstr>Optimum C&amp;C</vt:lpstr>
      <vt:lpstr>Optimum C&amp;C</vt:lpstr>
      <vt:lpstr>Optimum C&amp;C</vt:lpstr>
      <vt:lpstr>Optimum C&amp;C</vt:lpstr>
      <vt:lpstr>Optimum C&amp;C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F14582</dc:creator>
  <cp:lastModifiedBy>LUNGU, ALEXANDRU</cp:lastModifiedBy>
  <cp:revision>243</cp:revision>
  <dcterms:modified xsi:type="dcterms:W3CDTF">2020-09-09T08:52:53Z</dcterms:modified>
</cp:coreProperties>
</file>