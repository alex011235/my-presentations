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291" r:id="rId5"/>
    <p:sldId id="522" r:id="rId6"/>
    <p:sldId id="504" r:id="rId7"/>
    <p:sldId id="510" r:id="rId8"/>
    <p:sldId id="507" r:id="rId9"/>
    <p:sldId id="519" r:id="rId10"/>
    <p:sldId id="523" r:id="rId11"/>
    <p:sldId id="511" r:id="rId12"/>
    <p:sldId id="512" r:id="rId13"/>
    <p:sldId id="521" r:id="rId14"/>
    <p:sldId id="513" r:id="rId15"/>
    <p:sldId id="520" r:id="rId16"/>
    <p:sldId id="515" r:id="rId17"/>
    <p:sldId id="524" r:id="rId18"/>
    <p:sldId id="514" r:id="rId19"/>
    <p:sldId id="525" r:id="rId20"/>
    <p:sldId id="517" r:id="rId21"/>
    <p:sldId id="526" r:id="rId22"/>
    <p:sldId id="518" r:id="rId23"/>
    <p:sldId id="527" r:id="rId24"/>
    <p:sldId id="528" r:id="rId25"/>
    <p:sldId id="502" r:id="rId26"/>
    <p:sldId id="282" r:id="rId27"/>
    <p:sldId id="503" r:id="rId28"/>
    <p:sldId id="505" r:id="rId29"/>
  </p:sldIdLst>
  <p:sldSz cx="12192000" cy="6858000"/>
  <p:notesSz cx="6858000" cy="9144000"/>
  <p:embeddedFontLst>
    <p:embeddedFont>
      <p:font typeface="EON Brix Sans" panose="020B0500000000000000" pitchFamily="34" charset="77"/>
      <p:regular r:id="rId32"/>
      <p:bold r:id="rId33"/>
      <p:italic r:id="rId34"/>
      <p:boldItalic r:id="rId35"/>
    </p:embeddedFont>
    <p:embeddedFont>
      <p:font typeface="EON Office Head" pitchFamily="2" charset="77"/>
      <p:regular r:id="rId36"/>
    </p:embeddedFont>
    <p:embeddedFont>
      <p:font typeface="Segoe UI" panose="020B0502040204020203" pitchFamily="34" charset="0"/>
      <p:regular r:id="rId37"/>
      <p:bold r:id="rId38"/>
      <p:italic r:id="rId39"/>
      <p:boldItalic r:id="rId40"/>
    </p:embeddedFont>
  </p:embeddedFontLst>
  <p:custDataLst>
    <p:tags r:id="rId41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76" autoAdjust="0"/>
    <p:restoredTop sz="95282"/>
  </p:normalViewPr>
  <p:slideViewPr>
    <p:cSldViewPr snapToGrid="0">
      <p:cViewPr varScale="1">
        <p:scale>
          <a:sx n="117" d="100"/>
          <a:sy n="117" d="100"/>
        </p:scale>
        <p:origin x="200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91" d="100"/>
          <a:sy n="191" d="100"/>
        </p:scale>
        <p:origin x="1506" y="1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8.fntdata"/><Relationship Id="rId21" Type="http://schemas.openxmlformats.org/officeDocument/2006/relationships/slide" Target="slides/slide17.xml"/><Relationship Id="rId34" Type="http://schemas.openxmlformats.org/officeDocument/2006/relationships/font" Target="fonts/font3.fntdata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5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4.fntdata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20" Type="http://schemas.openxmlformats.org/officeDocument/2006/relationships/slide" Target="slides/slide16.xml"/><Relationship Id="rId41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EF15546-CF98-0ECD-3C30-AF7ADFEA53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6582542-B544-EC8B-8809-B734C385841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A62F7A-CE52-49BC-9E83-8800BF7B5834}" type="datetimeFigureOut">
              <a:rPr lang="de-DE" smtClean="0"/>
              <a:t>06.10.26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D70DEA8-22DC-FE60-6D02-1EAA794313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BD74975-BE5F-023C-CBB6-73F33355B8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9E97C-5547-4CEC-9D2D-236DAC97C5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778693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n-lt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n-lt"/>
              </a:defRPr>
            </a:lvl1pPr>
          </a:lstStyle>
          <a:p>
            <a:fld id="{03ADE0E1-2DAE-45F5-87B7-DB9E3D8054DE}" type="datetimeFigureOut">
              <a:rPr lang="de-DE" smtClean="0"/>
              <a:pPr/>
              <a:t>06.10.26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n-lt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n-lt"/>
              </a:defRPr>
            </a:lvl1pPr>
          </a:lstStyle>
          <a:p>
            <a:fld id="{334F4A3F-64EC-49EC-B822-7C30E9B55BB5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1099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EON Brix Sans" panose="020B0504040000000000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EON Brix Sans" panose="020B0504040000000000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EON Brix Sans" panose="020B0504040000000000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EON Brix Sans" panose="020B0504040000000000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FD07C-FF3C-F5FE-F199-80445D752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C3393B-C2C9-04F4-F5B1-13A5B87A4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BD4709-284F-F9E1-7A32-3D38F40ED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1456261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BCCC7-F1F5-3A46-4701-9B6073756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504079-95C5-E7F2-9B22-66776AF1B4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488463-3A9C-3C65-D331-D6A9FDB40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644796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51B0A-E721-0F5D-F4F9-8EB88626D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8C0F70-0174-2377-345D-9223ECFF61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CD9F19-F970-9F53-7A22-2C35DC745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175131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77D3D-02A9-A688-FDE8-18C833CA3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448947-54A7-9F94-3E50-4DDF0F36E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A7CB69-CB36-7764-AFE8-EE26F15F5E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1178312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DB434-D8B8-10A6-A4F0-8D0920A75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501A43-6850-3519-D514-5379929C3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A9BF78-D913-F768-6834-5BF7EF483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18372897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50C61-0E66-1AB1-D030-49CB316AD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5D6DC-CBCA-CBA3-B69E-6EFE18911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02BCC4-1503-94EE-5972-E47707274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1823760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51F40-21BB-D51D-FC05-95750AA99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A66E06-F869-A909-0CD8-ADA838F69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023880-18F0-E8E7-25DC-EEE163C19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18401746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83DD7-77A8-CFD3-445C-80E2D20D5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97D355-0BFF-E754-7489-69B90AFC8F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A8CAFA-7714-BD88-8DE4-BC87C88491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2703233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D0F9A-98DF-6441-BD6C-5C5573B17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675AD9-C9F0-D91B-0F25-209669FE94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22FC43-A04C-8C36-2FB8-CD75C766F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23701390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16D8A-4345-4BD9-AE0E-4099E0615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0F3698-0BF9-45F2-2486-8D64B32019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848047-A7F4-1BE4-FC8B-4AB8F14B52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17323778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1ED1E-E287-554D-104C-CEB367204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F0F1BB-2A70-311A-5D8E-CAFC6D0C2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282D10-4672-AF0C-3C82-16EB79592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17184547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4E1DB-7648-BF50-EC5E-D3CBF518A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4A9839-773F-75BA-87DD-36D0699FD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A40BD1-09D4-075B-F100-B48A2D323B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2674383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5C802-3B9C-658A-3D87-D8214B9E3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E58D7B-826F-BFE9-032B-1753E38859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1E9FB4-7B26-3079-3F00-5563AF90C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3632108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0F3AB-FB6F-39D7-26A7-E8AE73E79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6F0F7A-2AC8-9A11-2D02-3421869689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114E7E-ECA8-F71C-483F-C4588759C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2870514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image" Target="../media/image1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image" Target="../media/image2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image" Target="../media/image1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image" Target="../media/image1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1.svg"/><Relationship Id="rId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image" Target="../media/image2.svg"/><Relationship Id="rId4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1.svg"/><Relationship Id="rId4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image" Target="../media/image2.svg"/><Relationship Id="rId4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2.svg"/><Relationship Id="rId4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1.svg"/><Relationship Id="rId4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1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5" Type="http://schemas.openxmlformats.org/officeDocument/2006/relationships/image" Target="../media/image1.svg"/><Relationship Id="rId4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ss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>
            <a:extLst>
              <a:ext uri="{FF2B5EF4-FFF2-40B4-BE49-F238E27FC236}">
                <a16:creationId xmlns:a16="http://schemas.microsoft.com/office/drawing/2014/main" id="{DE89EDF3-6591-5B1A-CD1F-6369A642617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9424" y="2245658"/>
            <a:ext cx="5616575" cy="10563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3000" b="0" i="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16867C0-5332-AE90-6140-EE0C9C14E7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425" y="512763"/>
            <a:ext cx="11233150" cy="17328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7000">
                <a:latin typeface="EON Office Head" pitchFamily="2" charset="0"/>
                <a:cs typeface="EON Office Head" pitchFamily="2" charset="0"/>
              </a:defRPr>
            </a:lvl1pPr>
          </a:lstStyle>
          <a:p>
            <a:r>
              <a:rPr lang="de-DE" dirty="0" err="1"/>
              <a:t>mastertitelformat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4" name="MIO_AGENDA_IGNORE_CHAPTER_REFERENCE" descr="Schließen mit einfarbiger Füllung" hidden="1">
            <a:extLst>
              <a:ext uri="{FF2B5EF4-FFF2-40B4-BE49-F238E27FC236}">
                <a16:creationId xmlns:a16="http://schemas.microsoft.com/office/drawing/2014/main" id="{8DBD0A4C-EFB4-6856-EBDF-A107B57D3B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pic>
        <p:nvPicPr>
          <p:cNvPr id="8" name="MIO_AGENDA_IGNORE_NAVIGATION" descr="Schließen mit einfarbiger Füllung" hidden="1">
            <a:extLst>
              <a:ext uri="{FF2B5EF4-FFF2-40B4-BE49-F238E27FC236}">
                <a16:creationId xmlns:a16="http://schemas.microsoft.com/office/drawing/2014/main" id="{74359A26-92F9-701E-A601-E6AD22F61F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sp>
        <p:nvSpPr>
          <p:cNvPr id="18" name="E.ON Logo">
            <a:extLst>
              <a:ext uri="{FF2B5EF4-FFF2-40B4-BE49-F238E27FC236}">
                <a16:creationId xmlns:a16="http://schemas.microsoft.com/office/drawing/2014/main" id="{9F1F22E5-C4EF-53C3-8ADA-A36265609262}"/>
              </a:ext>
            </a:extLst>
          </p:cNvPr>
          <p:cNvSpPr/>
          <p:nvPr userDrawn="1"/>
        </p:nvSpPr>
        <p:spPr>
          <a:xfrm>
            <a:off x="9732026" y="5799031"/>
            <a:ext cx="1980549" cy="546206"/>
          </a:xfrm>
          <a:custGeom>
            <a:avLst/>
            <a:gdLst>
              <a:gd name="connsiteX0" fmla="*/ 1202810 w 1761324"/>
              <a:gd name="connsiteY0" fmla="*/ 180152 h 485747"/>
              <a:gd name="connsiteX1" fmla="*/ 1141362 w 1761324"/>
              <a:gd name="connsiteY1" fmla="*/ 352260 h 485747"/>
              <a:gd name="connsiteX2" fmla="*/ 957018 w 1761324"/>
              <a:gd name="connsiteY2" fmla="*/ 475637 h 485747"/>
              <a:gd name="connsiteX3" fmla="*/ 731528 w 1761324"/>
              <a:gd name="connsiteY3" fmla="*/ 367812 h 485747"/>
              <a:gd name="connsiteX4" fmla="*/ 793529 w 1761324"/>
              <a:gd name="connsiteY4" fmla="*/ 213329 h 485747"/>
              <a:gd name="connsiteX5" fmla="*/ 1135331 w 1761324"/>
              <a:gd name="connsiteY5" fmla="*/ 103429 h 485747"/>
              <a:gd name="connsiteX6" fmla="*/ 1202810 w 1761324"/>
              <a:gd name="connsiteY6" fmla="*/ 180151 h 485747"/>
              <a:gd name="connsiteX7" fmla="*/ 1202810 w 1761324"/>
              <a:gd name="connsiteY7" fmla="*/ 180152 h 485747"/>
              <a:gd name="connsiteX8" fmla="*/ 994873 w 1761324"/>
              <a:gd name="connsiteY8" fmla="*/ 185336 h 485747"/>
              <a:gd name="connsiteX9" fmla="*/ 911486 w 1761324"/>
              <a:gd name="connsiteY9" fmla="*/ 314417 h 485747"/>
              <a:gd name="connsiteX10" fmla="*/ 920810 w 1761324"/>
              <a:gd name="connsiteY10" fmla="*/ 388547 h 485747"/>
              <a:gd name="connsiteX11" fmla="*/ 1017374 w 1761324"/>
              <a:gd name="connsiteY11" fmla="*/ 270871 h 485747"/>
              <a:gd name="connsiteX12" fmla="*/ 1027243 w 1761324"/>
              <a:gd name="connsiteY12" fmla="*/ 198814 h 485747"/>
              <a:gd name="connsiteX13" fmla="*/ 994873 w 1761324"/>
              <a:gd name="connsiteY13" fmla="*/ 185337 h 485747"/>
              <a:gd name="connsiteX14" fmla="*/ 994873 w 1761324"/>
              <a:gd name="connsiteY14" fmla="*/ 185336 h 485747"/>
              <a:gd name="connsiteX15" fmla="*/ 556517 w 1761324"/>
              <a:gd name="connsiteY15" fmla="*/ 188965 h 485747"/>
              <a:gd name="connsiteX16" fmla="*/ 317310 w 1761324"/>
              <a:gd name="connsiteY16" fmla="*/ 319601 h 485747"/>
              <a:gd name="connsiteX17" fmla="*/ 173567 w 1761324"/>
              <a:gd name="connsiteY17" fmla="*/ 316492 h 485747"/>
              <a:gd name="connsiteX18" fmla="*/ 220751 w 1761324"/>
              <a:gd name="connsiteY18" fmla="*/ 392177 h 485747"/>
              <a:gd name="connsiteX19" fmla="*/ 368883 w 1761324"/>
              <a:gd name="connsiteY19" fmla="*/ 371439 h 485747"/>
              <a:gd name="connsiteX20" fmla="*/ 536766 w 1761324"/>
              <a:gd name="connsiteY20" fmla="*/ 417060 h 485747"/>
              <a:gd name="connsiteX21" fmla="*/ 397410 w 1761324"/>
              <a:gd name="connsiteY21" fmla="*/ 478231 h 485747"/>
              <a:gd name="connsiteX22" fmla="*/ 22692 w 1761324"/>
              <a:gd name="connsiteY22" fmla="*/ 223697 h 485747"/>
              <a:gd name="connsiteX23" fmla="*/ 402897 w 1761324"/>
              <a:gd name="connsiteY23" fmla="*/ 5453 h 485747"/>
              <a:gd name="connsiteX24" fmla="*/ 441303 w 1761324"/>
              <a:gd name="connsiteY24" fmla="*/ 269 h 485747"/>
              <a:gd name="connsiteX25" fmla="*/ 556517 w 1761324"/>
              <a:gd name="connsiteY25" fmla="*/ 188966 h 485747"/>
              <a:gd name="connsiteX26" fmla="*/ 556517 w 1761324"/>
              <a:gd name="connsiteY26" fmla="*/ 188965 h 485747"/>
              <a:gd name="connsiteX27" fmla="*/ 413323 w 1761324"/>
              <a:gd name="connsiteY27" fmla="*/ 177560 h 485747"/>
              <a:gd name="connsiteX28" fmla="*/ 409481 w 1761324"/>
              <a:gd name="connsiteY28" fmla="*/ 138680 h 485747"/>
              <a:gd name="connsiteX29" fmla="*/ 217459 w 1761324"/>
              <a:gd name="connsiteY29" fmla="*/ 221624 h 485747"/>
              <a:gd name="connsiteX30" fmla="*/ 220202 w 1761324"/>
              <a:gd name="connsiteY30" fmla="*/ 226290 h 485747"/>
              <a:gd name="connsiteX31" fmla="*/ 377660 w 1761324"/>
              <a:gd name="connsiteY31" fmla="*/ 225771 h 485747"/>
              <a:gd name="connsiteX32" fmla="*/ 413323 w 1761324"/>
              <a:gd name="connsiteY32" fmla="*/ 177560 h 485747"/>
              <a:gd name="connsiteX33" fmla="*/ 413323 w 1761324"/>
              <a:gd name="connsiteY33" fmla="*/ 177560 h 485747"/>
              <a:gd name="connsiteX34" fmla="*/ 717816 w 1761324"/>
              <a:gd name="connsiteY34" fmla="*/ 250654 h 485747"/>
              <a:gd name="connsiteX35" fmla="*/ 684348 w 1761324"/>
              <a:gd name="connsiteY35" fmla="*/ 320118 h 485747"/>
              <a:gd name="connsiteX36" fmla="*/ 586143 w 1761324"/>
              <a:gd name="connsiteY36" fmla="*/ 286942 h 485747"/>
              <a:gd name="connsiteX37" fmla="*/ 696419 w 1761324"/>
              <a:gd name="connsiteY37" fmla="*/ 224216 h 485747"/>
              <a:gd name="connsiteX38" fmla="*/ 717816 w 1761324"/>
              <a:gd name="connsiteY38" fmla="*/ 250654 h 485747"/>
              <a:gd name="connsiteX39" fmla="*/ 717816 w 1761324"/>
              <a:gd name="connsiteY39" fmla="*/ 250654 h 485747"/>
              <a:gd name="connsiteX40" fmla="*/ 1761317 w 1761324"/>
              <a:gd name="connsiteY40" fmla="*/ 180670 h 485747"/>
              <a:gd name="connsiteX41" fmla="*/ 1754740 w 1761324"/>
              <a:gd name="connsiteY41" fmla="*/ 224216 h 485747"/>
              <a:gd name="connsiteX42" fmla="*/ 1674638 w 1761324"/>
              <a:gd name="connsiteY42" fmla="*/ 465271 h 485747"/>
              <a:gd name="connsiteX43" fmla="*/ 1566550 w 1761324"/>
              <a:gd name="connsiteY43" fmla="*/ 460605 h 485747"/>
              <a:gd name="connsiteX44" fmla="*/ 1592889 w 1761324"/>
              <a:gd name="connsiteY44" fmla="*/ 363664 h 485747"/>
              <a:gd name="connsiteX45" fmla="*/ 1608797 w 1761324"/>
              <a:gd name="connsiteY45" fmla="*/ 227846 h 485747"/>
              <a:gd name="connsiteX46" fmla="*/ 1573689 w 1761324"/>
              <a:gd name="connsiteY46" fmla="*/ 232511 h 485747"/>
              <a:gd name="connsiteX47" fmla="*/ 1288943 w 1761324"/>
              <a:gd name="connsiteY47" fmla="*/ 463715 h 485747"/>
              <a:gd name="connsiteX48" fmla="*/ 1190194 w 1761324"/>
              <a:gd name="connsiteY48" fmla="*/ 459569 h 485747"/>
              <a:gd name="connsiteX49" fmla="*/ 1189094 w 1761324"/>
              <a:gd name="connsiteY49" fmla="*/ 446608 h 485747"/>
              <a:gd name="connsiteX50" fmla="*/ 1305951 w 1761324"/>
              <a:gd name="connsiteY50" fmla="*/ 131941 h 485747"/>
              <a:gd name="connsiteX51" fmla="*/ 1407454 w 1761324"/>
              <a:gd name="connsiteY51" fmla="*/ 127795 h 485747"/>
              <a:gd name="connsiteX52" fmla="*/ 1439816 w 1761324"/>
              <a:gd name="connsiteY52" fmla="*/ 188966 h 485747"/>
              <a:gd name="connsiteX53" fmla="*/ 1758578 w 1761324"/>
              <a:gd name="connsiteY53" fmla="*/ 157863 h 485747"/>
              <a:gd name="connsiteX54" fmla="*/ 1761325 w 1761324"/>
              <a:gd name="connsiteY54" fmla="*/ 180670 h 485747"/>
              <a:gd name="connsiteX55" fmla="*/ 1761317 w 1761324"/>
              <a:gd name="connsiteY55" fmla="*/ 180670 h 485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761324" h="485747">
                <a:moveTo>
                  <a:pt x="1202810" y="180152"/>
                </a:moveTo>
                <a:cubicBezTo>
                  <a:pt x="1202810" y="234243"/>
                  <a:pt x="1167140" y="305309"/>
                  <a:pt x="1141362" y="352260"/>
                </a:cubicBezTo>
                <a:cubicBezTo>
                  <a:pt x="1100865" y="426143"/>
                  <a:pt x="1046092" y="470415"/>
                  <a:pt x="957018" y="475637"/>
                </a:cubicBezTo>
                <a:cubicBezTo>
                  <a:pt x="878293" y="480251"/>
                  <a:pt x="700356" y="493166"/>
                  <a:pt x="731528" y="367812"/>
                </a:cubicBezTo>
                <a:cubicBezTo>
                  <a:pt x="745049" y="313545"/>
                  <a:pt x="775084" y="265733"/>
                  <a:pt x="793529" y="213329"/>
                </a:cubicBezTo>
                <a:cubicBezTo>
                  <a:pt x="855493" y="96504"/>
                  <a:pt x="1011440" y="74234"/>
                  <a:pt x="1135331" y="103429"/>
                </a:cubicBezTo>
                <a:cubicBezTo>
                  <a:pt x="1177264" y="117845"/>
                  <a:pt x="1199585" y="137137"/>
                  <a:pt x="1202810" y="180151"/>
                </a:cubicBezTo>
                <a:lnTo>
                  <a:pt x="1202810" y="180152"/>
                </a:lnTo>
                <a:close/>
                <a:moveTo>
                  <a:pt x="994873" y="185336"/>
                </a:moveTo>
                <a:cubicBezTo>
                  <a:pt x="931196" y="185336"/>
                  <a:pt x="923436" y="269327"/>
                  <a:pt x="911486" y="314417"/>
                </a:cubicBezTo>
                <a:cubicBezTo>
                  <a:pt x="908478" y="331458"/>
                  <a:pt x="888290" y="388547"/>
                  <a:pt x="920810" y="388547"/>
                </a:cubicBezTo>
                <a:cubicBezTo>
                  <a:pt x="997372" y="403097"/>
                  <a:pt x="1004496" y="323748"/>
                  <a:pt x="1017374" y="270871"/>
                </a:cubicBezTo>
                <a:cubicBezTo>
                  <a:pt x="1022103" y="251418"/>
                  <a:pt x="1031494" y="218781"/>
                  <a:pt x="1027243" y="198814"/>
                </a:cubicBezTo>
                <a:cubicBezTo>
                  <a:pt x="1027243" y="183962"/>
                  <a:pt x="1005327" y="186329"/>
                  <a:pt x="994873" y="185337"/>
                </a:cubicBezTo>
                <a:lnTo>
                  <a:pt x="994873" y="185336"/>
                </a:lnTo>
                <a:close/>
                <a:moveTo>
                  <a:pt x="556517" y="188965"/>
                </a:moveTo>
                <a:cubicBezTo>
                  <a:pt x="548660" y="331215"/>
                  <a:pt x="442921" y="320145"/>
                  <a:pt x="317310" y="319601"/>
                </a:cubicBezTo>
                <a:cubicBezTo>
                  <a:pt x="269574" y="319415"/>
                  <a:pt x="220757" y="316492"/>
                  <a:pt x="173567" y="316492"/>
                </a:cubicBezTo>
                <a:cubicBezTo>
                  <a:pt x="156154" y="333179"/>
                  <a:pt x="206568" y="383798"/>
                  <a:pt x="220751" y="392177"/>
                </a:cubicBezTo>
                <a:cubicBezTo>
                  <a:pt x="269164" y="420674"/>
                  <a:pt x="329910" y="408438"/>
                  <a:pt x="368883" y="371439"/>
                </a:cubicBezTo>
                <a:cubicBezTo>
                  <a:pt x="389821" y="371439"/>
                  <a:pt x="614559" y="343684"/>
                  <a:pt x="536766" y="417060"/>
                </a:cubicBezTo>
                <a:cubicBezTo>
                  <a:pt x="499114" y="448714"/>
                  <a:pt x="445844" y="467411"/>
                  <a:pt x="397410" y="478231"/>
                </a:cubicBezTo>
                <a:cubicBezTo>
                  <a:pt x="243304" y="512666"/>
                  <a:pt x="-89584" y="428957"/>
                  <a:pt x="22692" y="223697"/>
                </a:cubicBezTo>
                <a:cubicBezTo>
                  <a:pt x="99444" y="104339"/>
                  <a:pt x="265683" y="39072"/>
                  <a:pt x="402897" y="5453"/>
                </a:cubicBezTo>
                <a:cubicBezTo>
                  <a:pt x="415674" y="3038"/>
                  <a:pt x="428296" y="1180"/>
                  <a:pt x="441303" y="269"/>
                </a:cubicBezTo>
                <a:cubicBezTo>
                  <a:pt x="538928" y="-6619"/>
                  <a:pt x="556517" y="120689"/>
                  <a:pt x="556517" y="188966"/>
                </a:cubicBezTo>
                <a:lnTo>
                  <a:pt x="556517" y="188965"/>
                </a:lnTo>
                <a:close/>
                <a:moveTo>
                  <a:pt x="413323" y="177560"/>
                </a:moveTo>
                <a:cubicBezTo>
                  <a:pt x="413323" y="164695"/>
                  <a:pt x="413880" y="151090"/>
                  <a:pt x="409481" y="138680"/>
                </a:cubicBezTo>
                <a:cubicBezTo>
                  <a:pt x="394414" y="81319"/>
                  <a:pt x="236313" y="203809"/>
                  <a:pt x="217459" y="221624"/>
                </a:cubicBezTo>
                <a:cubicBezTo>
                  <a:pt x="215092" y="226128"/>
                  <a:pt x="216881" y="224732"/>
                  <a:pt x="220202" y="226290"/>
                </a:cubicBezTo>
                <a:cubicBezTo>
                  <a:pt x="272671" y="226290"/>
                  <a:pt x="325263" y="225771"/>
                  <a:pt x="377660" y="225771"/>
                </a:cubicBezTo>
                <a:cubicBezTo>
                  <a:pt x="412167" y="220389"/>
                  <a:pt x="413323" y="210466"/>
                  <a:pt x="413323" y="177560"/>
                </a:cubicBezTo>
                <a:lnTo>
                  <a:pt x="413323" y="177560"/>
                </a:lnTo>
                <a:close/>
                <a:moveTo>
                  <a:pt x="717816" y="250654"/>
                </a:moveTo>
                <a:cubicBezTo>
                  <a:pt x="705920" y="273291"/>
                  <a:pt x="708578" y="302987"/>
                  <a:pt x="684348" y="320118"/>
                </a:cubicBezTo>
                <a:cubicBezTo>
                  <a:pt x="651212" y="343544"/>
                  <a:pt x="567745" y="343608"/>
                  <a:pt x="586143" y="286942"/>
                </a:cubicBezTo>
                <a:cubicBezTo>
                  <a:pt x="603559" y="233072"/>
                  <a:pt x="636487" y="210160"/>
                  <a:pt x="696419" y="224216"/>
                </a:cubicBezTo>
                <a:cubicBezTo>
                  <a:pt x="711038" y="228842"/>
                  <a:pt x="714490" y="237992"/>
                  <a:pt x="717816" y="250654"/>
                </a:cubicBezTo>
                <a:lnTo>
                  <a:pt x="717816" y="250654"/>
                </a:lnTo>
                <a:close/>
                <a:moveTo>
                  <a:pt x="1761317" y="180670"/>
                </a:moveTo>
                <a:cubicBezTo>
                  <a:pt x="1761317" y="195172"/>
                  <a:pt x="1758099" y="210123"/>
                  <a:pt x="1754740" y="224216"/>
                </a:cubicBezTo>
                <a:cubicBezTo>
                  <a:pt x="1734933" y="306930"/>
                  <a:pt x="1702997" y="385622"/>
                  <a:pt x="1674638" y="465271"/>
                </a:cubicBezTo>
                <a:cubicBezTo>
                  <a:pt x="1648613" y="489859"/>
                  <a:pt x="1594513" y="476470"/>
                  <a:pt x="1566550" y="460605"/>
                </a:cubicBezTo>
                <a:cubicBezTo>
                  <a:pt x="1552565" y="447389"/>
                  <a:pt x="1587337" y="379960"/>
                  <a:pt x="1592889" y="363664"/>
                </a:cubicBezTo>
                <a:cubicBezTo>
                  <a:pt x="1601412" y="338636"/>
                  <a:pt x="1647962" y="246346"/>
                  <a:pt x="1608797" y="227846"/>
                </a:cubicBezTo>
                <a:cubicBezTo>
                  <a:pt x="1596204" y="227846"/>
                  <a:pt x="1586185" y="229404"/>
                  <a:pt x="1573689" y="232511"/>
                </a:cubicBezTo>
                <a:cubicBezTo>
                  <a:pt x="1456495" y="271279"/>
                  <a:pt x="1373310" y="383999"/>
                  <a:pt x="1288943" y="463715"/>
                </a:cubicBezTo>
                <a:cubicBezTo>
                  <a:pt x="1252375" y="481114"/>
                  <a:pt x="1226118" y="476662"/>
                  <a:pt x="1190194" y="459569"/>
                </a:cubicBezTo>
                <a:cubicBezTo>
                  <a:pt x="1186624" y="456202"/>
                  <a:pt x="1188353" y="450850"/>
                  <a:pt x="1189094" y="446608"/>
                </a:cubicBezTo>
                <a:cubicBezTo>
                  <a:pt x="1216278" y="339317"/>
                  <a:pt x="1259274" y="232942"/>
                  <a:pt x="1305951" y="131941"/>
                </a:cubicBezTo>
                <a:cubicBezTo>
                  <a:pt x="1313291" y="111320"/>
                  <a:pt x="1388747" y="118961"/>
                  <a:pt x="1407454" y="127795"/>
                </a:cubicBezTo>
                <a:cubicBezTo>
                  <a:pt x="1407454" y="150635"/>
                  <a:pt x="1404917" y="188966"/>
                  <a:pt x="1439816" y="188966"/>
                </a:cubicBezTo>
                <a:cubicBezTo>
                  <a:pt x="1518130" y="180810"/>
                  <a:pt x="1710008" y="20195"/>
                  <a:pt x="1758578" y="157863"/>
                </a:cubicBezTo>
                <a:cubicBezTo>
                  <a:pt x="1759955" y="165636"/>
                  <a:pt x="1761325" y="172682"/>
                  <a:pt x="1761325" y="180670"/>
                </a:cubicBezTo>
                <a:lnTo>
                  <a:pt x="1761317" y="180670"/>
                </a:lnTo>
                <a:close/>
              </a:path>
            </a:pathLst>
          </a:custGeom>
          <a:solidFill>
            <a:srgbClr val="F21C0A"/>
          </a:solidFill>
          <a:ln w="7461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E59D5AD2-71A5-4E3D-49E2-BB3180F015B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79375" y="6050859"/>
            <a:ext cx="5616575" cy="360000"/>
          </a:xfrm>
        </p:spPr>
        <p:txBody>
          <a:bodyPr anchor="b"/>
          <a:lstStyle>
            <a:lvl1pPr algn="l">
              <a:lnSpc>
                <a:spcPct val="100000"/>
              </a:lnSpc>
              <a:defRPr sz="2000" b="1">
                <a:solidFill>
                  <a:schemeClr val="accent1"/>
                </a:solidFill>
              </a:defRPr>
            </a:lvl1pPr>
          </a:lstStyle>
          <a:p>
            <a:fld id="{4166F76A-4900-864D-B9F6-2488814C2A20}" type="datetime1">
              <a:rPr lang="de-DE" smtClean="0"/>
              <a:pPr/>
              <a:t>06.10.26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82997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bi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ußzeilenplatzhalter 5">
            <a:extLst>
              <a:ext uri="{FF2B5EF4-FFF2-40B4-BE49-F238E27FC236}">
                <a16:creationId xmlns:a16="http://schemas.microsoft.com/office/drawing/2014/main" id="{2E56A6B5-6638-1EBD-C8EC-8B45B057CC9C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>
              <a:defRPr sz="100">
                <a:noFill/>
              </a:defRPr>
            </a:lvl1pPr>
          </a:lstStyle>
          <a:p>
            <a:r>
              <a:rPr lang="de-DE"/>
              <a:t>New E.ON PowerPoint Master</a:t>
            </a:r>
          </a:p>
        </p:txBody>
      </p:sp>
      <p:sp>
        <p:nvSpPr>
          <p:cNvPr id="13" name="Foliennummernplatzhalter 6">
            <a:extLst>
              <a:ext uri="{FF2B5EF4-FFF2-40B4-BE49-F238E27FC236}">
                <a16:creationId xmlns:a16="http://schemas.microsoft.com/office/drawing/2014/main" id="{F8125B0E-A430-BE60-8185-DF418040DB5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>
              <a:defRPr sz="100">
                <a:noFill/>
              </a:defRPr>
            </a:lvl1pPr>
          </a:lstStyle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5" name="Image">
            <a:extLst>
              <a:ext uri="{FF2B5EF4-FFF2-40B4-BE49-F238E27FC236}">
                <a16:creationId xmlns:a16="http://schemas.microsoft.com/office/drawing/2014/main" id="{2CA009F2-CDFA-1DA7-02B3-838E529006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tIns="0" anchor="ctr" anchorCtr="0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E89EDF3-6591-5B1A-CD1F-6369A642617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9424" y="2245658"/>
            <a:ext cx="5616575" cy="10563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30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16867C0-5332-AE90-6140-EE0C9C14E7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425" y="512763"/>
            <a:ext cx="11233150" cy="17328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7000">
                <a:solidFill>
                  <a:schemeClr val="bg1"/>
                </a:solidFill>
                <a:latin typeface="EON Office Head" pitchFamily="2" charset="0"/>
                <a:cs typeface="EON Office Head" pitchFamily="2" charset="0"/>
              </a:defRPr>
            </a:lvl1pPr>
          </a:lstStyle>
          <a:p>
            <a:r>
              <a:rPr lang="de-DE" dirty="0" err="1"/>
              <a:t>mastertitelformat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4" name="MIO_AGENDA_IGNORE_CHAPTER_REFERENCE" descr="Schließen mit einfarbiger Füllung" hidden="1">
            <a:extLst>
              <a:ext uri="{FF2B5EF4-FFF2-40B4-BE49-F238E27FC236}">
                <a16:creationId xmlns:a16="http://schemas.microsoft.com/office/drawing/2014/main" id="{8DBD0A4C-EFB4-6856-EBDF-A107B57D3B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pic>
        <p:nvPicPr>
          <p:cNvPr id="8" name="MIO_AGENDA_IGNORE_NAVIGATION" descr="Schließen mit einfarbiger Füllung" hidden="1">
            <a:extLst>
              <a:ext uri="{FF2B5EF4-FFF2-40B4-BE49-F238E27FC236}">
                <a16:creationId xmlns:a16="http://schemas.microsoft.com/office/drawing/2014/main" id="{74359A26-92F9-701E-A601-E6AD22F61F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3ECB2BC4-109C-E1A1-A355-551DE1C33D0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32025" y="5799032"/>
            <a:ext cx="1980551" cy="546206"/>
          </a:xfrm>
          <a:custGeom>
            <a:avLst/>
            <a:gdLst>
              <a:gd name="connsiteX0" fmla="*/ 738049 w 1980551"/>
              <a:gd name="connsiteY0" fmla="*/ 247957 h 546206"/>
              <a:gd name="connsiteX1" fmla="*/ 783101 w 1980551"/>
              <a:gd name="connsiteY1" fmla="*/ 252123 h 546206"/>
              <a:gd name="connsiteX2" fmla="*/ 807161 w 1980551"/>
              <a:gd name="connsiteY2" fmla="*/ 281851 h 546206"/>
              <a:gd name="connsiteX3" fmla="*/ 769527 w 1980551"/>
              <a:gd name="connsiteY3" fmla="*/ 359961 h 546206"/>
              <a:gd name="connsiteX4" fmla="*/ 659099 w 1980551"/>
              <a:gd name="connsiteY4" fmla="*/ 322656 h 546206"/>
              <a:gd name="connsiteX5" fmla="*/ 738049 w 1980551"/>
              <a:gd name="connsiteY5" fmla="*/ 247957 h 546206"/>
              <a:gd name="connsiteX6" fmla="*/ 625785 w 1980551"/>
              <a:gd name="connsiteY6" fmla="*/ 212484 h 546206"/>
              <a:gd name="connsiteX7" fmla="*/ 625785 w 1980551"/>
              <a:gd name="connsiteY7" fmla="*/ 212485 h 546206"/>
              <a:gd name="connsiteX8" fmla="*/ 625785 w 1980551"/>
              <a:gd name="connsiteY8" fmla="*/ 212484 h 546206"/>
              <a:gd name="connsiteX9" fmla="*/ 1118702 w 1980551"/>
              <a:gd name="connsiteY9" fmla="*/ 208403 h 546206"/>
              <a:gd name="connsiteX10" fmla="*/ 1024936 w 1980551"/>
              <a:gd name="connsiteY10" fmla="*/ 353550 h 546206"/>
              <a:gd name="connsiteX11" fmla="*/ 1035421 w 1980551"/>
              <a:gd name="connsiteY11" fmla="*/ 436907 h 546206"/>
              <a:gd name="connsiteX12" fmla="*/ 1144003 w 1980551"/>
              <a:gd name="connsiteY12" fmla="*/ 304584 h 546206"/>
              <a:gd name="connsiteX13" fmla="*/ 1155101 w 1980551"/>
              <a:gd name="connsiteY13" fmla="*/ 223559 h 546206"/>
              <a:gd name="connsiteX14" fmla="*/ 1118702 w 1980551"/>
              <a:gd name="connsiteY14" fmla="*/ 208404 h 546206"/>
              <a:gd name="connsiteX15" fmla="*/ 422544 w 1980551"/>
              <a:gd name="connsiteY15" fmla="*/ 140485 h 546206"/>
              <a:gd name="connsiteX16" fmla="*/ 244526 w 1980551"/>
              <a:gd name="connsiteY16" fmla="*/ 249208 h 546206"/>
              <a:gd name="connsiteX17" fmla="*/ 247611 w 1980551"/>
              <a:gd name="connsiteY17" fmla="*/ 254455 h 546206"/>
              <a:gd name="connsiteX18" fmla="*/ 424667 w 1980551"/>
              <a:gd name="connsiteY18" fmla="*/ 253871 h 546206"/>
              <a:gd name="connsiteX19" fmla="*/ 464769 w 1980551"/>
              <a:gd name="connsiteY19" fmla="*/ 199659 h 546206"/>
              <a:gd name="connsiteX20" fmla="*/ 460448 w 1980551"/>
              <a:gd name="connsiteY20" fmla="*/ 155940 h 546206"/>
              <a:gd name="connsiteX21" fmla="*/ 422544 w 1980551"/>
              <a:gd name="connsiteY21" fmla="*/ 140485 h 546206"/>
              <a:gd name="connsiteX22" fmla="*/ 1910799 w 1980551"/>
              <a:gd name="connsiteY22" fmla="*/ 116378 h 546206"/>
              <a:gd name="connsiteX23" fmla="*/ 1977462 w 1980551"/>
              <a:gd name="connsiteY23" fmla="*/ 177511 h 546206"/>
              <a:gd name="connsiteX24" fmla="*/ 1980551 w 1980551"/>
              <a:gd name="connsiteY24" fmla="*/ 203157 h 546206"/>
              <a:gd name="connsiteX25" fmla="*/ 1980542 w 1980551"/>
              <a:gd name="connsiteY25" fmla="*/ 203157 h 546206"/>
              <a:gd name="connsiteX26" fmla="*/ 1973147 w 1980551"/>
              <a:gd name="connsiteY26" fmla="*/ 252123 h 546206"/>
              <a:gd name="connsiteX27" fmla="*/ 1883075 w 1980551"/>
              <a:gd name="connsiteY27" fmla="*/ 523181 h 546206"/>
              <a:gd name="connsiteX28" fmla="*/ 1761533 w 1980551"/>
              <a:gd name="connsiteY28" fmla="*/ 517934 h 546206"/>
              <a:gd name="connsiteX29" fmla="*/ 1791151 w 1980551"/>
              <a:gd name="connsiteY29" fmla="*/ 408927 h 546206"/>
              <a:gd name="connsiteX30" fmla="*/ 1809039 w 1980551"/>
              <a:gd name="connsiteY30" fmla="*/ 256204 h 546206"/>
              <a:gd name="connsiteX31" fmla="*/ 1769561 w 1980551"/>
              <a:gd name="connsiteY31" fmla="*/ 261450 h 546206"/>
              <a:gd name="connsiteX32" fmla="*/ 1449374 w 1980551"/>
              <a:gd name="connsiteY32" fmla="*/ 521431 h 546206"/>
              <a:gd name="connsiteX33" fmla="*/ 1338334 w 1980551"/>
              <a:gd name="connsiteY33" fmla="*/ 516769 h 546206"/>
              <a:gd name="connsiteX34" fmla="*/ 1337097 w 1980551"/>
              <a:gd name="connsiteY34" fmla="*/ 502195 h 546206"/>
              <a:gd name="connsiteX35" fmla="*/ 1468499 w 1980551"/>
              <a:gd name="connsiteY35" fmla="*/ 148362 h 546206"/>
              <a:gd name="connsiteX36" fmla="*/ 1582635 w 1980551"/>
              <a:gd name="connsiteY36" fmla="*/ 143700 h 546206"/>
              <a:gd name="connsiteX37" fmla="*/ 1619025 w 1980551"/>
              <a:gd name="connsiteY37" fmla="*/ 212485 h 546206"/>
              <a:gd name="connsiteX38" fmla="*/ 1910799 w 1980551"/>
              <a:gd name="connsiteY38" fmla="*/ 116378 h 546206"/>
              <a:gd name="connsiteX39" fmla="*/ 1167615 w 1980551"/>
              <a:gd name="connsiteY39" fmla="*/ 103288 h 546206"/>
              <a:gd name="connsiteX40" fmla="*/ 1276642 w 1980551"/>
              <a:gd name="connsiteY40" fmla="*/ 116302 h 546206"/>
              <a:gd name="connsiteX41" fmla="*/ 1352520 w 1980551"/>
              <a:gd name="connsiteY41" fmla="*/ 202573 h 546206"/>
              <a:gd name="connsiteX42" fmla="*/ 1352520 w 1980551"/>
              <a:gd name="connsiteY42" fmla="*/ 202574 h 546206"/>
              <a:gd name="connsiteX43" fmla="*/ 1283424 w 1980551"/>
              <a:gd name="connsiteY43" fmla="*/ 396104 h 546206"/>
              <a:gd name="connsiteX44" fmla="*/ 1076135 w 1980551"/>
              <a:gd name="connsiteY44" fmla="*/ 534837 h 546206"/>
              <a:gd name="connsiteX45" fmla="*/ 822579 w 1980551"/>
              <a:gd name="connsiteY45" fmla="*/ 413591 h 546206"/>
              <a:gd name="connsiteX46" fmla="*/ 892297 w 1980551"/>
              <a:gd name="connsiteY46" fmla="*/ 239880 h 546206"/>
              <a:gd name="connsiteX47" fmla="*/ 1167615 w 1980551"/>
              <a:gd name="connsiteY47" fmla="*/ 103288 h 546206"/>
              <a:gd name="connsiteX48" fmla="*/ 496231 w 1980551"/>
              <a:gd name="connsiteY48" fmla="*/ 302 h 546206"/>
              <a:gd name="connsiteX49" fmla="*/ 620979 w 1980551"/>
              <a:gd name="connsiteY49" fmla="*/ 145853 h 546206"/>
              <a:gd name="connsiteX50" fmla="*/ 625785 w 1980551"/>
              <a:gd name="connsiteY50" fmla="*/ 212484 h 546206"/>
              <a:gd name="connsiteX51" fmla="*/ 617484 w 1980551"/>
              <a:gd name="connsiteY51" fmla="*/ 264746 h 546206"/>
              <a:gd name="connsiteX52" fmla="*/ 356805 w 1980551"/>
              <a:gd name="connsiteY52" fmla="*/ 359380 h 546206"/>
              <a:gd name="connsiteX53" fmla="*/ 195171 w 1980551"/>
              <a:gd name="connsiteY53" fmla="*/ 355884 h 546206"/>
              <a:gd name="connsiteX54" fmla="*/ 248228 w 1980551"/>
              <a:gd name="connsiteY54" fmla="*/ 440989 h 546206"/>
              <a:gd name="connsiteX55" fmla="*/ 414797 w 1980551"/>
              <a:gd name="connsiteY55" fmla="*/ 417670 h 546206"/>
              <a:gd name="connsiteX56" fmla="*/ 603576 w 1980551"/>
              <a:gd name="connsiteY56" fmla="*/ 468969 h 546206"/>
              <a:gd name="connsiteX57" fmla="*/ 446875 w 1980551"/>
              <a:gd name="connsiteY57" fmla="*/ 537754 h 546206"/>
              <a:gd name="connsiteX58" fmla="*/ 25517 w 1980551"/>
              <a:gd name="connsiteY58" fmla="*/ 251539 h 546206"/>
              <a:gd name="connsiteX59" fmla="*/ 453045 w 1980551"/>
              <a:gd name="connsiteY59" fmla="*/ 6131 h 546206"/>
              <a:gd name="connsiteX60" fmla="*/ 496231 w 1980551"/>
              <a:gd name="connsiteY60" fmla="*/ 302 h 546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980551" h="546206">
                <a:moveTo>
                  <a:pt x="738049" y="247957"/>
                </a:moveTo>
                <a:cubicBezTo>
                  <a:pt x="751303" y="246818"/>
                  <a:pt x="766253" y="248171"/>
                  <a:pt x="783101" y="252123"/>
                </a:cubicBezTo>
                <a:cubicBezTo>
                  <a:pt x="799539" y="257324"/>
                  <a:pt x="803421" y="267613"/>
                  <a:pt x="807161" y="281851"/>
                </a:cubicBezTo>
                <a:cubicBezTo>
                  <a:pt x="793784" y="307306"/>
                  <a:pt x="796773" y="340698"/>
                  <a:pt x="769527" y="359961"/>
                </a:cubicBezTo>
                <a:cubicBezTo>
                  <a:pt x="732267" y="386303"/>
                  <a:pt x="638411" y="386375"/>
                  <a:pt x="659099" y="322656"/>
                </a:cubicBezTo>
                <a:cubicBezTo>
                  <a:pt x="673787" y="277225"/>
                  <a:pt x="698286" y="251375"/>
                  <a:pt x="738049" y="247957"/>
                </a:cubicBezTo>
                <a:close/>
                <a:moveTo>
                  <a:pt x="625785" y="212484"/>
                </a:moveTo>
                <a:lnTo>
                  <a:pt x="625785" y="212485"/>
                </a:lnTo>
                <a:lnTo>
                  <a:pt x="625785" y="212484"/>
                </a:lnTo>
                <a:close/>
                <a:moveTo>
                  <a:pt x="1118702" y="208403"/>
                </a:moveTo>
                <a:cubicBezTo>
                  <a:pt x="1047099" y="208403"/>
                  <a:pt x="1038373" y="302848"/>
                  <a:pt x="1024936" y="353550"/>
                </a:cubicBezTo>
                <a:cubicBezTo>
                  <a:pt x="1021554" y="372712"/>
                  <a:pt x="998853" y="436907"/>
                  <a:pt x="1035421" y="436907"/>
                </a:cubicBezTo>
                <a:cubicBezTo>
                  <a:pt x="1121512" y="453268"/>
                  <a:pt x="1129523" y="364043"/>
                  <a:pt x="1144003" y="304584"/>
                </a:cubicBezTo>
                <a:cubicBezTo>
                  <a:pt x="1149321" y="282710"/>
                  <a:pt x="1159881" y="246011"/>
                  <a:pt x="1155101" y="223559"/>
                </a:cubicBezTo>
                <a:cubicBezTo>
                  <a:pt x="1155101" y="206858"/>
                  <a:pt x="1130457" y="209520"/>
                  <a:pt x="1118702" y="208404"/>
                </a:cubicBezTo>
                <a:close/>
                <a:moveTo>
                  <a:pt x="422544" y="140485"/>
                </a:moveTo>
                <a:cubicBezTo>
                  <a:pt x="364403" y="152951"/>
                  <a:pt x="260427" y="234184"/>
                  <a:pt x="244526" y="249208"/>
                </a:cubicBezTo>
                <a:cubicBezTo>
                  <a:pt x="241865" y="254272"/>
                  <a:pt x="243876" y="252703"/>
                  <a:pt x="247611" y="254455"/>
                </a:cubicBezTo>
                <a:cubicBezTo>
                  <a:pt x="306610" y="254455"/>
                  <a:pt x="365748" y="253871"/>
                  <a:pt x="424667" y="253871"/>
                </a:cubicBezTo>
                <a:cubicBezTo>
                  <a:pt x="463469" y="247819"/>
                  <a:pt x="464769" y="236661"/>
                  <a:pt x="464769" y="199659"/>
                </a:cubicBezTo>
                <a:cubicBezTo>
                  <a:pt x="464769" y="185193"/>
                  <a:pt x="465395" y="169895"/>
                  <a:pt x="460448" y="155940"/>
                </a:cubicBezTo>
                <a:cubicBezTo>
                  <a:pt x="456213" y="139815"/>
                  <a:pt x="441925" y="136330"/>
                  <a:pt x="422544" y="140485"/>
                </a:cubicBezTo>
                <a:close/>
                <a:moveTo>
                  <a:pt x="1910799" y="116378"/>
                </a:moveTo>
                <a:cubicBezTo>
                  <a:pt x="1940083" y="121072"/>
                  <a:pt x="1963808" y="138810"/>
                  <a:pt x="1977462" y="177511"/>
                </a:cubicBezTo>
                <a:cubicBezTo>
                  <a:pt x="1979011" y="186251"/>
                  <a:pt x="1980551" y="194174"/>
                  <a:pt x="1980551" y="203157"/>
                </a:cubicBezTo>
                <a:lnTo>
                  <a:pt x="1980542" y="203157"/>
                </a:lnTo>
                <a:cubicBezTo>
                  <a:pt x="1980542" y="219464"/>
                  <a:pt x="1976924" y="236275"/>
                  <a:pt x="1973147" y="252123"/>
                </a:cubicBezTo>
                <a:cubicBezTo>
                  <a:pt x="1950874" y="345132"/>
                  <a:pt x="1914963" y="433618"/>
                  <a:pt x="1883075" y="523181"/>
                </a:cubicBezTo>
                <a:cubicBezTo>
                  <a:pt x="1853810" y="550829"/>
                  <a:pt x="1792977" y="535774"/>
                  <a:pt x="1761533" y="517934"/>
                </a:cubicBezTo>
                <a:cubicBezTo>
                  <a:pt x="1745808" y="503073"/>
                  <a:pt x="1784907" y="427251"/>
                  <a:pt x="1791151" y="408927"/>
                </a:cubicBezTo>
                <a:cubicBezTo>
                  <a:pt x="1800734" y="380784"/>
                  <a:pt x="1853078" y="277007"/>
                  <a:pt x="1809039" y="256204"/>
                </a:cubicBezTo>
                <a:cubicBezTo>
                  <a:pt x="1794878" y="256204"/>
                  <a:pt x="1783612" y="257956"/>
                  <a:pt x="1769561" y="261450"/>
                </a:cubicBezTo>
                <a:cubicBezTo>
                  <a:pt x="1637780" y="305043"/>
                  <a:pt x="1544241" y="431793"/>
                  <a:pt x="1449374" y="521431"/>
                </a:cubicBezTo>
                <a:cubicBezTo>
                  <a:pt x="1408254" y="540996"/>
                  <a:pt x="1378729" y="535989"/>
                  <a:pt x="1338334" y="516769"/>
                </a:cubicBezTo>
                <a:cubicBezTo>
                  <a:pt x="1334319" y="512983"/>
                  <a:pt x="1336264" y="506965"/>
                  <a:pt x="1337097" y="502195"/>
                </a:cubicBezTo>
                <a:cubicBezTo>
                  <a:pt x="1367664" y="381550"/>
                  <a:pt x="1416012" y="261935"/>
                  <a:pt x="1468499" y="148362"/>
                </a:cubicBezTo>
                <a:cubicBezTo>
                  <a:pt x="1476752" y="125175"/>
                  <a:pt x="1561600" y="133767"/>
                  <a:pt x="1582635" y="143700"/>
                </a:cubicBezTo>
                <a:cubicBezTo>
                  <a:pt x="1582635" y="169383"/>
                  <a:pt x="1579782" y="212485"/>
                  <a:pt x="1619025" y="212485"/>
                </a:cubicBezTo>
                <a:cubicBezTo>
                  <a:pt x="1685071" y="205607"/>
                  <a:pt x="1822948" y="102296"/>
                  <a:pt x="1910799" y="116378"/>
                </a:cubicBezTo>
                <a:close/>
                <a:moveTo>
                  <a:pt x="1167615" y="103288"/>
                </a:moveTo>
                <a:cubicBezTo>
                  <a:pt x="1204734" y="103504"/>
                  <a:pt x="1241814" y="108095"/>
                  <a:pt x="1276642" y="116302"/>
                </a:cubicBezTo>
                <a:cubicBezTo>
                  <a:pt x="1323794" y="132512"/>
                  <a:pt x="1348894" y="154205"/>
                  <a:pt x="1352520" y="202573"/>
                </a:cubicBezTo>
                <a:lnTo>
                  <a:pt x="1352520" y="202574"/>
                </a:lnTo>
                <a:cubicBezTo>
                  <a:pt x="1352520" y="263398"/>
                  <a:pt x="1312410" y="343309"/>
                  <a:pt x="1283424" y="396104"/>
                </a:cubicBezTo>
                <a:cubicBezTo>
                  <a:pt x="1237886" y="479183"/>
                  <a:pt x="1176296" y="528965"/>
                  <a:pt x="1076135" y="534837"/>
                </a:cubicBezTo>
                <a:cubicBezTo>
                  <a:pt x="987612" y="540025"/>
                  <a:pt x="787527" y="554548"/>
                  <a:pt x="822579" y="413591"/>
                </a:cubicBezTo>
                <a:cubicBezTo>
                  <a:pt x="837783" y="352570"/>
                  <a:pt x="871557" y="298807"/>
                  <a:pt x="892297" y="239880"/>
                </a:cubicBezTo>
                <a:cubicBezTo>
                  <a:pt x="944555" y="141356"/>
                  <a:pt x="1056258" y="102639"/>
                  <a:pt x="1167615" y="103288"/>
                </a:cubicBezTo>
                <a:close/>
                <a:moveTo>
                  <a:pt x="496231" y="302"/>
                </a:moveTo>
                <a:cubicBezTo>
                  <a:pt x="578563" y="-5507"/>
                  <a:pt x="610271" y="73564"/>
                  <a:pt x="620979" y="145853"/>
                </a:cubicBezTo>
                <a:lnTo>
                  <a:pt x="625785" y="212484"/>
                </a:lnTo>
                <a:lnTo>
                  <a:pt x="617484" y="264746"/>
                </a:lnTo>
                <a:cubicBezTo>
                  <a:pt x="586877" y="369512"/>
                  <a:pt x="480395" y="359915"/>
                  <a:pt x="356805" y="359380"/>
                </a:cubicBezTo>
                <a:cubicBezTo>
                  <a:pt x="303128" y="359171"/>
                  <a:pt x="248235" y="355884"/>
                  <a:pt x="195171" y="355884"/>
                </a:cubicBezTo>
                <a:cubicBezTo>
                  <a:pt x="175591" y="374648"/>
                  <a:pt x="232280" y="431567"/>
                  <a:pt x="248228" y="440989"/>
                </a:cubicBezTo>
                <a:cubicBezTo>
                  <a:pt x="302667" y="473033"/>
                  <a:pt x="370974" y="459274"/>
                  <a:pt x="414797" y="417670"/>
                </a:cubicBezTo>
                <a:cubicBezTo>
                  <a:pt x="438341" y="417670"/>
                  <a:pt x="691052" y="386460"/>
                  <a:pt x="603576" y="468969"/>
                </a:cubicBezTo>
                <a:cubicBezTo>
                  <a:pt x="561238" y="504563"/>
                  <a:pt x="501337" y="525587"/>
                  <a:pt x="446875" y="537754"/>
                </a:cubicBezTo>
                <a:cubicBezTo>
                  <a:pt x="273588" y="576475"/>
                  <a:pt x="-100733" y="482347"/>
                  <a:pt x="25517" y="251539"/>
                </a:cubicBezTo>
                <a:cubicBezTo>
                  <a:pt x="111822" y="117325"/>
                  <a:pt x="298753" y="43934"/>
                  <a:pt x="453045" y="6131"/>
                </a:cubicBezTo>
                <a:cubicBezTo>
                  <a:pt x="467412" y="3415"/>
                  <a:pt x="481605" y="1326"/>
                  <a:pt x="496231" y="302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800"/>
            </a:lvl1pPr>
            <a:lvl5pPr>
              <a:defRPr/>
            </a:lvl5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4992822-E94C-1702-FD5A-3197C5DBF06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79375" y="6050859"/>
            <a:ext cx="5616000" cy="360000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fld id="{4166F76A-4900-864D-B9F6-2488814C2A20}" type="datetime1">
              <a:rPr lang="de-DE" smtClean="0"/>
              <a:pPr/>
              <a:t>06.10.26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93295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ma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C71EDD8-CE41-5F3A-1222-8BB0B52C85ED}"/>
              </a:ext>
            </a:extLst>
          </p:cNvPr>
          <p:cNvSpPr/>
          <p:nvPr userDrawn="1"/>
        </p:nvSpPr>
        <p:spPr>
          <a:xfrm>
            <a:off x="0" y="-1"/>
            <a:ext cx="4572000" cy="6858000"/>
          </a:xfrm>
          <a:prstGeom prst="rect">
            <a:avLst/>
          </a:prstGeom>
          <a:gradFill flip="none" rotWithShape="1">
            <a:gsLst>
              <a:gs pos="58000">
                <a:srgbClr val="EA1B0A"/>
              </a:gs>
              <a:gs pos="100000">
                <a:srgbClr val="961482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 defTabSz="540000">
              <a:lnSpc>
                <a:spcPct val="120000"/>
              </a:lnSpc>
              <a:spcAft>
                <a:spcPts val="400"/>
              </a:spcAft>
            </a:pPr>
            <a:endParaRPr lang="en-US" sz="140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5674F3-461B-A0D8-BD43-B0E188D4749E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>
              <a:defRPr sz="100">
                <a:noFill/>
              </a:defRPr>
            </a:lvl1pPr>
          </a:lstStyle>
          <a:p>
            <a:r>
              <a:rPr lang="de-DE"/>
              <a:t>New E.ON PowerPoint Master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A93D36D-170F-57E0-AC70-4E68245359A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>
              <a:defRPr sz="100">
                <a:noFill/>
              </a:defRPr>
            </a:lvl1pPr>
          </a:lstStyle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15" name="Image">
            <a:extLst>
              <a:ext uri="{FF2B5EF4-FFF2-40B4-BE49-F238E27FC236}">
                <a16:creationId xmlns:a16="http://schemas.microsoft.com/office/drawing/2014/main" id="{B8FDE1EB-2770-97AC-33D1-F5045924E2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7620000" cy="6858000"/>
          </a:xfrm>
          <a:solidFill>
            <a:schemeClr val="bg1">
              <a:lumMod val="75000"/>
            </a:schemeClr>
          </a:solidFill>
        </p:spPr>
        <p:txBody>
          <a:bodyPr tIns="0" anchor="ctr" anchorCtr="0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E89EDF3-6591-5B1A-CD1F-6369A64261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2407206"/>
            <a:ext cx="3708362" cy="5645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16867C0-5332-AE90-6140-EE0C9C14E7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424" y="512764"/>
            <a:ext cx="3708363" cy="1777652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  <a:latin typeface="EON Office Head" pitchFamily="2" charset="0"/>
                <a:cs typeface="EON Office Head" pitchFamily="2" charset="0"/>
              </a:defRPr>
            </a:lvl1pPr>
          </a:lstStyle>
          <a:p>
            <a:r>
              <a:rPr lang="de-DE" dirty="0" err="1"/>
              <a:t>mastertitelformat</a:t>
            </a:r>
            <a:r>
              <a:rPr lang="de-DE" dirty="0"/>
              <a:t> bearbeiten</a:t>
            </a:r>
          </a:p>
        </p:txBody>
      </p:sp>
      <p:pic>
        <p:nvPicPr>
          <p:cNvPr id="8" name="MIO_AGENDA_IGNORE_CHAPTER_REFERENCE" descr="Schließen mit einfarbiger Füllung" hidden="1">
            <a:extLst>
              <a:ext uri="{FF2B5EF4-FFF2-40B4-BE49-F238E27FC236}">
                <a16:creationId xmlns:a16="http://schemas.microsoft.com/office/drawing/2014/main" id="{1E5B8264-4460-C20B-5FD0-7B628F2BF2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pic>
        <p:nvPicPr>
          <p:cNvPr id="9" name="MIO_AGENDA_IGNORE_NAVIGATION" descr="Schließen mit einfarbiger Füllung" hidden="1">
            <a:extLst>
              <a:ext uri="{FF2B5EF4-FFF2-40B4-BE49-F238E27FC236}">
                <a16:creationId xmlns:a16="http://schemas.microsoft.com/office/drawing/2014/main" id="{4BA2485C-9557-F4C3-55A1-F87F6372EBF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sp>
        <p:nvSpPr>
          <p:cNvPr id="10" name="E.ON Logo">
            <a:extLst>
              <a:ext uri="{FF2B5EF4-FFF2-40B4-BE49-F238E27FC236}">
                <a16:creationId xmlns:a16="http://schemas.microsoft.com/office/drawing/2014/main" id="{778D5CDF-1202-A4A2-F064-431B6EFF7421}"/>
              </a:ext>
            </a:extLst>
          </p:cNvPr>
          <p:cNvSpPr/>
          <p:nvPr userDrawn="1"/>
        </p:nvSpPr>
        <p:spPr>
          <a:xfrm>
            <a:off x="479425" y="5854729"/>
            <a:ext cx="1778585" cy="490507"/>
          </a:xfrm>
          <a:custGeom>
            <a:avLst/>
            <a:gdLst>
              <a:gd name="connsiteX0" fmla="*/ 1202810 w 1761324"/>
              <a:gd name="connsiteY0" fmla="*/ 180152 h 485747"/>
              <a:gd name="connsiteX1" fmla="*/ 1141362 w 1761324"/>
              <a:gd name="connsiteY1" fmla="*/ 352260 h 485747"/>
              <a:gd name="connsiteX2" fmla="*/ 957018 w 1761324"/>
              <a:gd name="connsiteY2" fmla="*/ 475637 h 485747"/>
              <a:gd name="connsiteX3" fmla="*/ 731528 w 1761324"/>
              <a:gd name="connsiteY3" fmla="*/ 367812 h 485747"/>
              <a:gd name="connsiteX4" fmla="*/ 793529 w 1761324"/>
              <a:gd name="connsiteY4" fmla="*/ 213329 h 485747"/>
              <a:gd name="connsiteX5" fmla="*/ 1135331 w 1761324"/>
              <a:gd name="connsiteY5" fmla="*/ 103429 h 485747"/>
              <a:gd name="connsiteX6" fmla="*/ 1202810 w 1761324"/>
              <a:gd name="connsiteY6" fmla="*/ 180151 h 485747"/>
              <a:gd name="connsiteX7" fmla="*/ 1202810 w 1761324"/>
              <a:gd name="connsiteY7" fmla="*/ 180152 h 485747"/>
              <a:gd name="connsiteX8" fmla="*/ 994873 w 1761324"/>
              <a:gd name="connsiteY8" fmla="*/ 185336 h 485747"/>
              <a:gd name="connsiteX9" fmla="*/ 911486 w 1761324"/>
              <a:gd name="connsiteY9" fmla="*/ 314417 h 485747"/>
              <a:gd name="connsiteX10" fmla="*/ 920810 w 1761324"/>
              <a:gd name="connsiteY10" fmla="*/ 388547 h 485747"/>
              <a:gd name="connsiteX11" fmla="*/ 1017374 w 1761324"/>
              <a:gd name="connsiteY11" fmla="*/ 270871 h 485747"/>
              <a:gd name="connsiteX12" fmla="*/ 1027243 w 1761324"/>
              <a:gd name="connsiteY12" fmla="*/ 198814 h 485747"/>
              <a:gd name="connsiteX13" fmla="*/ 994873 w 1761324"/>
              <a:gd name="connsiteY13" fmla="*/ 185337 h 485747"/>
              <a:gd name="connsiteX14" fmla="*/ 994873 w 1761324"/>
              <a:gd name="connsiteY14" fmla="*/ 185336 h 485747"/>
              <a:gd name="connsiteX15" fmla="*/ 556517 w 1761324"/>
              <a:gd name="connsiteY15" fmla="*/ 188965 h 485747"/>
              <a:gd name="connsiteX16" fmla="*/ 317310 w 1761324"/>
              <a:gd name="connsiteY16" fmla="*/ 319601 h 485747"/>
              <a:gd name="connsiteX17" fmla="*/ 173567 w 1761324"/>
              <a:gd name="connsiteY17" fmla="*/ 316492 h 485747"/>
              <a:gd name="connsiteX18" fmla="*/ 220751 w 1761324"/>
              <a:gd name="connsiteY18" fmla="*/ 392177 h 485747"/>
              <a:gd name="connsiteX19" fmla="*/ 368883 w 1761324"/>
              <a:gd name="connsiteY19" fmla="*/ 371439 h 485747"/>
              <a:gd name="connsiteX20" fmla="*/ 536766 w 1761324"/>
              <a:gd name="connsiteY20" fmla="*/ 417060 h 485747"/>
              <a:gd name="connsiteX21" fmla="*/ 397410 w 1761324"/>
              <a:gd name="connsiteY21" fmla="*/ 478231 h 485747"/>
              <a:gd name="connsiteX22" fmla="*/ 22692 w 1761324"/>
              <a:gd name="connsiteY22" fmla="*/ 223697 h 485747"/>
              <a:gd name="connsiteX23" fmla="*/ 402897 w 1761324"/>
              <a:gd name="connsiteY23" fmla="*/ 5453 h 485747"/>
              <a:gd name="connsiteX24" fmla="*/ 441303 w 1761324"/>
              <a:gd name="connsiteY24" fmla="*/ 269 h 485747"/>
              <a:gd name="connsiteX25" fmla="*/ 556517 w 1761324"/>
              <a:gd name="connsiteY25" fmla="*/ 188966 h 485747"/>
              <a:gd name="connsiteX26" fmla="*/ 556517 w 1761324"/>
              <a:gd name="connsiteY26" fmla="*/ 188965 h 485747"/>
              <a:gd name="connsiteX27" fmla="*/ 413323 w 1761324"/>
              <a:gd name="connsiteY27" fmla="*/ 177560 h 485747"/>
              <a:gd name="connsiteX28" fmla="*/ 409481 w 1761324"/>
              <a:gd name="connsiteY28" fmla="*/ 138680 h 485747"/>
              <a:gd name="connsiteX29" fmla="*/ 217459 w 1761324"/>
              <a:gd name="connsiteY29" fmla="*/ 221624 h 485747"/>
              <a:gd name="connsiteX30" fmla="*/ 220202 w 1761324"/>
              <a:gd name="connsiteY30" fmla="*/ 226290 h 485747"/>
              <a:gd name="connsiteX31" fmla="*/ 377660 w 1761324"/>
              <a:gd name="connsiteY31" fmla="*/ 225771 h 485747"/>
              <a:gd name="connsiteX32" fmla="*/ 413323 w 1761324"/>
              <a:gd name="connsiteY32" fmla="*/ 177560 h 485747"/>
              <a:gd name="connsiteX33" fmla="*/ 413323 w 1761324"/>
              <a:gd name="connsiteY33" fmla="*/ 177560 h 485747"/>
              <a:gd name="connsiteX34" fmla="*/ 717816 w 1761324"/>
              <a:gd name="connsiteY34" fmla="*/ 250654 h 485747"/>
              <a:gd name="connsiteX35" fmla="*/ 684348 w 1761324"/>
              <a:gd name="connsiteY35" fmla="*/ 320118 h 485747"/>
              <a:gd name="connsiteX36" fmla="*/ 586143 w 1761324"/>
              <a:gd name="connsiteY36" fmla="*/ 286942 h 485747"/>
              <a:gd name="connsiteX37" fmla="*/ 696419 w 1761324"/>
              <a:gd name="connsiteY37" fmla="*/ 224216 h 485747"/>
              <a:gd name="connsiteX38" fmla="*/ 717816 w 1761324"/>
              <a:gd name="connsiteY38" fmla="*/ 250654 h 485747"/>
              <a:gd name="connsiteX39" fmla="*/ 717816 w 1761324"/>
              <a:gd name="connsiteY39" fmla="*/ 250654 h 485747"/>
              <a:gd name="connsiteX40" fmla="*/ 1761317 w 1761324"/>
              <a:gd name="connsiteY40" fmla="*/ 180670 h 485747"/>
              <a:gd name="connsiteX41" fmla="*/ 1754740 w 1761324"/>
              <a:gd name="connsiteY41" fmla="*/ 224216 h 485747"/>
              <a:gd name="connsiteX42" fmla="*/ 1674638 w 1761324"/>
              <a:gd name="connsiteY42" fmla="*/ 465271 h 485747"/>
              <a:gd name="connsiteX43" fmla="*/ 1566550 w 1761324"/>
              <a:gd name="connsiteY43" fmla="*/ 460605 h 485747"/>
              <a:gd name="connsiteX44" fmla="*/ 1592889 w 1761324"/>
              <a:gd name="connsiteY44" fmla="*/ 363664 h 485747"/>
              <a:gd name="connsiteX45" fmla="*/ 1608797 w 1761324"/>
              <a:gd name="connsiteY45" fmla="*/ 227846 h 485747"/>
              <a:gd name="connsiteX46" fmla="*/ 1573689 w 1761324"/>
              <a:gd name="connsiteY46" fmla="*/ 232511 h 485747"/>
              <a:gd name="connsiteX47" fmla="*/ 1288943 w 1761324"/>
              <a:gd name="connsiteY47" fmla="*/ 463715 h 485747"/>
              <a:gd name="connsiteX48" fmla="*/ 1190194 w 1761324"/>
              <a:gd name="connsiteY48" fmla="*/ 459569 h 485747"/>
              <a:gd name="connsiteX49" fmla="*/ 1189094 w 1761324"/>
              <a:gd name="connsiteY49" fmla="*/ 446608 h 485747"/>
              <a:gd name="connsiteX50" fmla="*/ 1305951 w 1761324"/>
              <a:gd name="connsiteY50" fmla="*/ 131941 h 485747"/>
              <a:gd name="connsiteX51" fmla="*/ 1407454 w 1761324"/>
              <a:gd name="connsiteY51" fmla="*/ 127795 h 485747"/>
              <a:gd name="connsiteX52" fmla="*/ 1439816 w 1761324"/>
              <a:gd name="connsiteY52" fmla="*/ 188966 h 485747"/>
              <a:gd name="connsiteX53" fmla="*/ 1758578 w 1761324"/>
              <a:gd name="connsiteY53" fmla="*/ 157863 h 485747"/>
              <a:gd name="connsiteX54" fmla="*/ 1761325 w 1761324"/>
              <a:gd name="connsiteY54" fmla="*/ 180670 h 485747"/>
              <a:gd name="connsiteX55" fmla="*/ 1761317 w 1761324"/>
              <a:gd name="connsiteY55" fmla="*/ 180670 h 485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761324" h="485747">
                <a:moveTo>
                  <a:pt x="1202810" y="180152"/>
                </a:moveTo>
                <a:cubicBezTo>
                  <a:pt x="1202810" y="234243"/>
                  <a:pt x="1167140" y="305309"/>
                  <a:pt x="1141362" y="352260"/>
                </a:cubicBezTo>
                <a:cubicBezTo>
                  <a:pt x="1100865" y="426143"/>
                  <a:pt x="1046092" y="470415"/>
                  <a:pt x="957018" y="475637"/>
                </a:cubicBezTo>
                <a:cubicBezTo>
                  <a:pt x="878293" y="480251"/>
                  <a:pt x="700356" y="493166"/>
                  <a:pt x="731528" y="367812"/>
                </a:cubicBezTo>
                <a:cubicBezTo>
                  <a:pt x="745049" y="313545"/>
                  <a:pt x="775084" y="265733"/>
                  <a:pt x="793529" y="213329"/>
                </a:cubicBezTo>
                <a:cubicBezTo>
                  <a:pt x="855493" y="96504"/>
                  <a:pt x="1011440" y="74234"/>
                  <a:pt x="1135331" y="103429"/>
                </a:cubicBezTo>
                <a:cubicBezTo>
                  <a:pt x="1177264" y="117845"/>
                  <a:pt x="1199585" y="137137"/>
                  <a:pt x="1202810" y="180151"/>
                </a:cubicBezTo>
                <a:lnTo>
                  <a:pt x="1202810" y="180152"/>
                </a:lnTo>
                <a:close/>
                <a:moveTo>
                  <a:pt x="994873" y="185336"/>
                </a:moveTo>
                <a:cubicBezTo>
                  <a:pt x="931196" y="185336"/>
                  <a:pt x="923436" y="269327"/>
                  <a:pt x="911486" y="314417"/>
                </a:cubicBezTo>
                <a:cubicBezTo>
                  <a:pt x="908478" y="331458"/>
                  <a:pt x="888290" y="388547"/>
                  <a:pt x="920810" y="388547"/>
                </a:cubicBezTo>
                <a:cubicBezTo>
                  <a:pt x="997372" y="403097"/>
                  <a:pt x="1004496" y="323748"/>
                  <a:pt x="1017374" y="270871"/>
                </a:cubicBezTo>
                <a:cubicBezTo>
                  <a:pt x="1022103" y="251418"/>
                  <a:pt x="1031494" y="218781"/>
                  <a:pt x="1027243" y="198814"/>
                </a:cubicBezTo>
                <a:cubicBezTo>
                  <a:pt x="1027243" y="183962"/>
                  <a:pt x="1005327" y="186329"/>
                  <a:pt x="994873" y="185337"/>
                </a:cubicBezTo>
                <a:lnTo>
                  <a:pt x="994873" y="185336"/>
                </a:lnTo>
                <a:close/>
                <a:moveTo>
                  <a:pt x="556517" y="188965"/>
                </a:moveTo>
                <a:cubicBezTo>
                  <a:pt x="548660" y="331215"/>
                  <a:pt x="442921" y="320145"/>
                  <a:pt x="317310" y="319601"/>
                </a:cubicBezTo>
                <a:cubicBezTo>
                  <a:pt x="269574" y="319415"/>
                  <a:pt x="220757" y="316492"/>
                  <a:pt x="173567" y="316492"/>
                </a:cubicBezTo>
                <a:cubicBezTo>
                  <a:pt x="156154" y="333179"/>
                  <a:pt x="206568" y="383798"/>
                  <a:pt x="220751" y="392177"/>
                </a:cubicBezTo>
                <a:cubicBezTo>
                  <a:pt x="269164" y="420674"/>
                  <a:pt x="329910" y="408438"/>
                  <a:pt x="368883" y="371439"/>
                </a:cubicBezTo>
                <a:cubicBezTo>
                  <a:pt x="389821" y="371439"/>
                  <a:pt x="614559" y="343684"/>
                  <a:pt x="536766" y="417060"/>
                </a:cubicBezTo>
                <a:cubicBezTo>
                  <a:pt x="499114" y="448714"/>
                  <a:pt x="445844" y="467411"/>
                  <a:pt x="397410" y="478231"/>
                </a:cubicBezTo>
                <a:cubicBezTo>
                  <a:pt x="243304" y="512666"/>
                  <a:pt x="-89584" y="428957"/>
                  <a:pt x="22692" y="223697"/>
                </a:cubicBezTo>
                <a:cubicBezTo>
                  <a:pt x="99444" y="104339"/>
                  <a:pt x="265683" y="39072"/>
                  <a:pt x="402897" y="5453"/>
                </a:cubicBezTo>
                <a:cubicBezTo>
                  <a:pt x="415674" y="3038"/>
                  <a:pt x="428296" y="1180"/>
                  <a:pt x="441303" y="269"/>
                </a:cubicBezTo>
                <a:cubicBezTo>
                  <a:pt x="538928" y="-6619"/>
                  <a:pt x="556517" y="120689"/>
                  <a:pt x="556517" y="188966"/>
                </a:cubicBezTo>
                <a:lnTo>
                  <a:pt x="556517" y="188965"/>
                </a:lnTo>
                <a:close/>
                <a:moveTo>
                  <a:pt x="413323" y="177560"/>
                </a:moveTo>
                <a:cubicBezTo>
                  <a:pt x="413323" y="164695"/>
                  <a:pt x="413880" y="151090"/>
                  <a:pt x="409481" y="138680"/>
                </a:cubicBezTo>
                <a:cubicBezTo>
                  <a:pt x="394414" y="81319"/>
                  <a:pt x="236313" y="203809"/>
                  <a:pt x="217459" y="221624"/>
                </a:cubicBezTo>
                <a:cubicBezTo>
                  <a:pt x="215092" y="226128"/>
                  <a:pt x="216881" y="224732"/>
                  <a:pt x="220202" y="226290"/>
                </a:cubicBezTo>
                <a:cubicBezTo>
                  <a:pt x="272671" y="226290"/>
                  <a:pt x="325263" y="225771"/>
                  <a:pt x="377660" y="225771"/>
                </a:cubicBezTo>
                <a:cubicBezTo>
                  <a:pt x="412167" y="220389"/>
                  <a:pt x="413323" y="210466"/>
                  <a:pt x="413323" y="177560"/>
                </a:cubicBezTo>
                <a:lnTo>
                  <a:pt x="413323" y="177560"/>
                </a:lnTo>
                <a:close/>
                <a:moveTo>
                  <a:pt x="717816" y="250654"/>
                </a:moveTo>
                <a:cubicBezTo>
                  <a:pt x="705920" y="273291"/>
                  <a:pt x="708578" y="302987"/>
                  <a:pt x="684348" y="320118"/>
                </a:cubicBezTo>
                <a:cubicBezTo>
                  <a:pt x="651212" y="343544"/>
                  <a:pt x="567745" y="343608"/>
                  <a:pt x="586143" y="286942"/>
                </a:cubicBezTo>
                <a:cubicBezTo>
                  <a:pt x="603559" y="233072"/>
                  <a:pt x="636487" y="210160"/>
                  <a:pt x="696419" y="224216"/>
                </a:cubicBezTo>
                <a:cubicBezTo>
                  <a:pt x="711038" y="228842"/>
                  <a:pt x="714490" y="237992"/>
                  <a:pt x="717816" y="250654"/>
                </a:cubicBezTo>
                <a:lnTo>
                  <a:pt x="717816" y="250654"/>
                </a:lnTo>
                <a:close/>
                <a:moveTo>
                  <a:pt x="1761317" y="180670"/>
                </a:moveTo>
                <a:cubicBezTo>
                  <a:pt x="1761317" y="195172"/>
                  <a:pt x="1758099" y="210123"/>
                  <a:pt x="1754740" y="224216"/>
                </a:cubicBezTo>
                <a:cubicBezTo>
                  <a:pt x="1734933" y="306930"/>
                  <a:pt x="1702997" y="385622"/>
                  <a:pt x="1674638" y="465271"/>
                </a:cubicBezTo>
                <a:cubicBezTo>
                  <a:pt x="1648613" y="489859"/>
                  <a:pt x="1594513" y="476470"/>
                  <a:pt x="1566550" y="460605"/>
                </a:cubicBezTo>
                <a:cubicBezTo>
                  <a:pt x="1552565" y="447389"/>
                  <a:pt x="1587337" y="379960"/>
                  <a:pt x="1592889" y="363664"/>
                </a:cubicBezTo>
                <a:cubicBezTo>
                  <a:pt x="1601412" y="338636"/>
                  <a:pt x="1647962" y="246346"/>
                  <a:pt x="1608797" y="227846"/>
                </a:cubicBezTo>
                <a:cubicBezTo>
                  <a:pt x="1596204" y="227846"/>
                  <a:pt x="1586185" y="229404"/>
                  <a:pt x="1573689" y="232511"/>
                </a:cubicBezTo>
                <a:cubicBezTo>
                  <a:pt x="1456495" y="271279"/>
                  <a:pt x="1373310" y="383999"/>
                  <a:pt x="1288943" y="463715"/>
                </a:cubicBezTo>
                <a:cubicBezTo>
                  <a:pt x="1252375" y="481114"/>
                  <a:pt x="1226118" y="476662"/>
                  <a:pt x="1190194" y="459569"/>
                </a:cubicBezTo>
                <a:cubicBezTo>
                  <a:pt x="1186624" y="456202"/>
                  <a:pt x="1188353" y="450850"/>
                  <a:pt x="1189094" y="446608"/>
                </a:cubicBezTo>
                <a:cubicBezTo>
                  <a:pt x="1216278" y="339317"/>
                  <a:pt x="1259274" y="232942"/>
                  <a:pt x="1305951" y="131941"/>
                </a:cubicBezTo>
                <a:cubicBezTo>
                  <a:pt x="1313291" y="111320"/>
                  <a:pt x="1388747" y="118961"/>
                  <a:pt x="1407454" y="127795"/>
                </a:cubicBezTo>
                <a:cubicBezTo>
                  <a:pt x="1407454" y="150635"/>
                  <a:pt x="1404917" y="188966"/>
                  <a:pt x="1439816" y="188966"/>
                </a:cubicBezTo>
                <a:cubicBezTo>
                  <a:pt x="1518130" y="180810"/>
                  <a:pt x="1710008" y="20195"/>
                  <a:pt x="1758578" y="157863"/>
                </a:cubicBezTo>
                <a:cubicBezTo>
                  <a:pt x="1759955" y="165636"/>
                  <a:pt x="1761325" y="172682"/>
                  <a:pt x="1761325" y="180670"/>
                </a:cubicBezTo>
                <a:lnTo>
                  <a:pt x="1761317" y="180670"/>
                </a:lnTo>
                <a:close/>
              </a:path>
            </a:pathLst>
          </a:custGeom>
          <a:solidFill>
            <a:schemeClr val="bg1"/>
          </a:solidFill>
          <a:ln w="7461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78F765-2AAF-6D64-9D02-36444FBC874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9424" y="3112945"/>
            <a:ext cx="3708361" cy="287337"/>
          </a:xfrm>
        </p:spPr>
        <p:txBody>
          <a:bodyPr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4166F76A-4900-864D-B9F6-2488814C2A20}" type="datetime1">
              <a:rPr lang="de-DE" smtClean="0"/>
              <a:pPr/>
              <a:t>06.10.26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286979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C5AA-B723-1B46-A200-44A840E6773F}" type="datetime1">
              <a:rPr lang="de-DE" smtClean="0"/>
              <a:t>06.10.26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7" name="Content">
            <a:extLst>
              <a:ext uri="{FF2B5EF4-FFF2-40B4-BE49-F238E27FC236}">
                <a16:creationId xmlns:a16="http://schemas.microsoft.com/office/drawing/2014/main" id="{7E0D2C93-0AD3-3E6C-D51F-9BCD8E70F7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575" y="1807200"/>
            <a:ext cx="11232000" cy="4104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8808C9-218A-23C4-0979-17C2EF7C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512763"/>
            <a:ext cx="11232000" cy="88639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99412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  <p15:guide id="2" orient="horz" pos="372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03AA2-B5CF-DF42-BFD7-E438A8E61E16}" type="datetime1">
              <a:rPr lang="de-DE" smtClean="0"/>
              <a:t>06.10.26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6" name="Content right">
            <a:extLst>
              <a:ext uri="{FF2B5EF4-FFF2-40B4-BE49-F238E27FC236}">
                <a16:creationId xmlns:a16="http://schemas.microsoft.com/office/drawing/2014/main" id="{0ED697D8-4001-2C2F-6C69-6C69F0A9DA4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76575" y="1808163"/>
            <a:ext cx="5436000" cy="4103036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7" name="Content left">
            <a:extLst>
              <a:ext uri="{FF2B5EF4-FFF2-40B4-BE49-F238E27FC236}">
                <a16:creationId xmlns:a16="http://schemas.microsoft.com/office/drawing/2014/main" id="{7E0D2C93-0AD3-3E6C-D51F-9BCD8E70F7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574" y="1808163"/>
            <a:ext cx="5436000" cy="4103036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8808C9-218A-23C4-0979-17C2EF7C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512763"/>
            <a:ext cx="11232000" cy="88639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13353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53">
          <p15:clr>
            <a:srgbClr val="FBAE40"/>
          </p15:clr>
        </p15:guide>
        <p15:guide id="2" pos="3727">
          <p15:clr>
            <a:srgbClr val="FBAE40"/>
          </p15:clr>
        </p15:guide>
        <p15:guide id="3" orient="horz" pos="1139">
          <p15:clr>
            <a:srgbClr val="FBAE40"/>
          </p15:clr>
        </p15:guide>
        <p15:guide id="4" orient="horz" pos="3725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E2844-2F76-E644-A845-460A05DF696C}" type="datetime1">
              <a:rPr lang="de-DE" smtClean="0"/>
              <a:t>06.10.26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8" name="Content right">
            <a:extLst>
              <a:ext uri="{FF2B5EF4-FFF2-40B4-BE49-F238E27FC236}">
                <a16:creationId xmlns:a16="http://schemas.microsoft.com/office/drawing/2014/main" id="{821C6087-42E8-EF3E-2DB1-006977CF49A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84000" y="1807199"/>
            <a:ext cx="3528000" cy="4104000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Content center">
            <a:extLst>
              <a:ext uri="{FF2B5EF4-FFF2-40B4-BE49-F238E27FC236}">
                <a16:creationId xmlns:a16="http://schemas.microsoft.com/office/drawing/2014/main" id="{4DBF2313-467C-EC6E-F064-A45CD68A4D5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32000" y="1807199"/>
            <a:ext cx="3528000" cy="4104000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Content left">
            <a:extLst>
              <a:ext uri="{FF2B5EF4-FFF2-40B4-BE49-F238E27FC236}">
                <a16:creationId xmlns:a16="http://schemas.microsoft.com/office/drawing/2014/main" id="{7E0D2C93-0AD3-3E6C-D51F-9BCD8E70F7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574" y="1807199"/>
            <a:ext cx="3528000" cy="4104000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8808C9-218A-23C4-0979-17C2EF7C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512763"/>
            <a:ext cx="11232000" cy="88639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1023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25">
          <p15:clr>
            <a:srgbClr val="FBAE40"/>
          </p15:clr>
        </p15:guide>
        <p15:guide id="2" pos="2729">
          <p15:clr>
            <a:srgbClr val="FBAE40"/>
          </p15:clr>
        </p15:guide>
        <p15:guide id="3" pos="5155">
          <p15:clr>
            <a:srgbClr val="FBAE40"/>
          </p15:clr>
        </p15:guide>
        <p15:guide id="4" pos="4951">
          <p15:clr>
            <a:srgbClr val="FBAE40"/>
          </p15:clr>
        </p15:guide>
        <p15:guide id="5" orient="horz" pos="1139">
          <p15:clr>
            <a:srgbClr val="FBAE40"/>
          </p15:clr>
        </p15:guide>
        <p15:guide id="6" orient="horz" pos="3725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E5105732-2702-2705-E25B-F69A9911368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32287" y="1816649"/>
            <a:ext cx="3527425" cy="4528587"/>
          </a:xfrm>
          <a:prstGeom prst="rect">
            <a:avLst/>
          </a:prstGeom>
          <a:solidFill>
            <a:srgbClr val="F8F5F2"/>
          </a:solidFill>
        </p:spPr>
        <p:txBody>
          <a:bodyPr lIns="180000" tIns="144000" rIns="180000" bIns="14400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0"/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8F8D6EF-C64D-64CB-2BE5-D5340EA02F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5149" y="1816651"/>
            <a:ext cx="3527425" cy="4528585"/>
          </a:xfrm>
          <a:prstGeom prst="rect">
            <a:avLst/>
          </a:prstGeom>
          <a:solidFill>
            <a:srgbClr val="F8F5F2"/>
          </a:solidFill>
        </p:spPr>
        <p:txBody>
          <a:bodyPr lIns="180000" tIns="144000" rIns="180000" bIns="14400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0"/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A810C95-AC8E-6C1E-2B05-18C779A35A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426" y="1816651"/>
            <a:ext cx="3527424" cy="4528587"/>
          </a:xfrm>
          <a:prstGeom prst="rect">
            <a:avLst/>
          </a:prstGeom>
          <a:solidFill>
            <a:srgbClr val="F8F5F2"/>
          </a:solidFill>
        </p:spPr>
        <p:txBody>
          <a:bodyPr lIns="180000" tIns="144000" rIns="180000" bIns="14400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0"/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0F2DB-F57A-AF4E-AE6C-A93AEBE3F34F}" type="datetime1">
              <a:rPr lang="de-DE" smtClean="0"/>
              <a:t>06.10.26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8808C9-218A-23C4-0979-17C2EF7C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512763"/>
            <a:ext cx="11232000" cy="88639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7542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25" userDrawn="1">
          <p15:clr>
            <a:srgbClr val="FBAE40"/>
          </p15:clr>
        </p15:guide>
        <p15:guide id="2" pos="2729" userDrawn="1">
          <p15:clr>
            <a:srgbClr val="FBAE40"/>
          </p15:clr>
        </p15:guide>
        <p15:guide id="5" orient="horz" pos="1139">
          <p15:clr>
            <a:srgbClr val="FBAE40"/>
          </p15:clr>
        </p15:guide>
        <p15:guide id="6" orient="horz" pos="3725">
          <p15:clr>
            <a:srgbClr val="FBAE40"/>
          </p15:clr>
        </p15:guide>
        <p15:guide id="7" pos="4951" userDrawn="1">
          <p15:clr>
            <a:srgbClr val="FBAE40"/>
          </p15:clr>
        </p15:guide>
        <p15:guide id="8" pos="515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D648E009-BB98-9E35-EA66-436B411E8A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1808162"/>
            <a:ext cx="2555266" cy="4537075"/>
          </a:xfrm>
          <a:prstGeom prst="rect">
            <a:avLst/>
          </a:prstGeom>
          <a:solidFill>
            <a:srgbClr val="F8F5F2"/>
          </a:solidFill>
        </p:spPr>
        <p:txBody>
          <a:bodyPr lIns="180000" tIns="144000" rIns="180000" bIns="144000"/>
          <a:lstStyle>
            <a:lvl1pPr>
              <a:defRPr sz="16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0"/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9563D87D-9B7E-CB86-AD42-793930BBC5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9151" y="1808162"/>
            <a:ext cx="2556850" cy="4537075"/>
          </a:xfrm>
          <a:prstGeom prst="rect">
            <a:avLst/>
          </a:prstGeom>
          <a:solidFill>
            <a:srgbClr val="F8F5F2"/>
          </a:solidFill>
        </p:spPr>
        <p:txBody>
          <a:bodyPr lIns="180000" tIns="144000" rIns="180000" bIns="144000"/>
          <a:lstStyle>
            <a:lvl1pPr>
              <a:defRPr sz="16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0"/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B04EEFA6-9DB8-5952-1B19-2DC826ECF7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40461" y="1808162"/>
            <a:ext cx="2592389" cy="4537075"/>
          </a:xfrm>
          <a:prstGeom prst="rect">
            <a:avLst/>
          </a:prstGeom>
          <a:solidFill>
            <a:srgbClr val="F8F5F2"/>
          </a:solidFill>
        </p:spPr>
        <p:txBody>
          <a:bodyPr lIns="180000" tIns="144000" rIns="180000" bIns="144000"/>
          <a:lstStyle>
            <a:lvl1pPr>
              <a:defRPr sz="16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0"/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52F93D3B-4527-E2A4-E384-5954C4A981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56699" y="1808162"/>
            <a:ext cx="2555875" cy="4537075"/>
          </a:xfrm>
          <a:prstGeom prst="rect">
            <a:avLst/>
          </a:prstGeom>
          <a:solidFill>
            <a:srgbClr val="F8F5F2"/>
          </a:solidFill>
        </p:spPr>
        <p:txBody>
          <a:bodyPr lIns="180000" tIns="144000" rIns="180000" bIns="144000"/>
          <a:lstStyle>
            <a:lvl1pPr>
              <a:defRPr sz="16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0"/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4A01-68C8-6244-A7C0-65979CD3F425}" type="datetime1">
              <a:rPr lang="de-DE" smtClean="0"/>
              <a:t>06.10.26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8808C9-218A-23C4-0979-17C2EF7C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512763"/>
            <a:ext cx="11232000" cy="88639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514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12" userDrawn="1">
          <p15:clr>
            <a:srgbClr val="FBAE40"/>
          </p15:clr>
        </p15:guide>
        <p15:guide id="2" pos="2116" userDrawn="1">
          <p15:clr>
            <a:srgbClr val="FBAE40"/>
          </p15:clr>
        </p15:guide>
        <p15:guide id="5" orient="horz" pos="1139">
          <p15:clr>
            <a:srgbClr val="FBAE40"/>
          </p15:clr>
        </p15:guide>
        <p15:guide id="6" orient="horz" pos="3725">
          <p15:clr>
            <a:srgbClr val="FBAE40"/>
          </p15:clr>
        </p15:guide>
        <p15:guide id="7" pos="3727" userDrawn="1">
          <p15:clr>
            <a:srgbClr val="FBAE40"/>
          </p15:clr>
        </p15:guide>
        <p15:guide id="8" pos="3931" userDrawn="1">
          <p15:clr>
            <a:srgbClr val="FBAE40"/>
          </p15:clr>
        </p15:guide>
        <p15:guide id="9" pos="5564" userDrawn="1">
          <p15:clr>
            <a:srgbClr val="FBAE40"/>
          </p15:clr>
        </p15:guide>
        <p15:guide id="10" pos="576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FC4CD-1D60-AC45-8637-25ABD31243B7}" type="datetime1">
              <a:rPr lang="de-DE" smtClean="0"/>
              <a:t>06.10.26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8808C9-218A-23C4-0979-17C2EF7C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512763"/>
            <a:ext cx="11232000" cy="88639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724FCAC5-11F5-9A4C-F9DC-4A81828929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1808163"/>
            <a:ext cx="2124000" cy="4537075"/>
          </a:xfrm>
          <a:prstGeom prst="rect">
            <a:avLst/>
          </a:prstGeom>
          <a:solidFill>
            <a:srgbClr val="F8F5F2"/>
          </a:solidFill>
        </p:spPr>
        <p:txBody>
          <a:bodyPr lIns="144000" tIns="144000" rIns="144000"/>
          <a:lstStyle>
            <a:lvl1pPr>
              <a:lnSpc>
                <a:spcPct val="80000"/>
              </a:lnSpc>
              <a:defRPr sz="8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1</a:t>
            </a:r>
            <a:endParaRPr lang="en-US" dirty="0"/>
          </a:p>
        </p:txBody>
      </p:sp>
      <p:sp>
        <p:nvSpPr>
          <p:cNvPr id="61" name="Text Placeholder 59">
            <a:extLst>
              <a:ext uri="{FF2B5EF4-FFF2-40B4-BE49-F238E27FC236}">
                <a16:creationId xmlns:a16="http://schemas.microsoft.com/office/drawing/2014/main" id="{FACD359C-D847-4B82-D96F-7456AFF3D7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57144" y="1808163"/>
            <a:ext cx="2124000" cy="4537075"/>
          </a:xfrm>
          <a:prstGeom prst="rect">
            <a:avLst/>
          </a:prstGeom>
          <a:solidFill>
            <a:srgbClr val="F8F5F2"/>
          </a:solidFill>
        </p:spPr>
        <p:txBody>
          <a:bodyPr lIns="144000" tIns="144000" rIns="144000"/>
          <a:lstStyle>
            <a:lvl1pPr>
              <a:lnSpc>
                <a:spcPct val="80000"/>
              </a:lnSpc>
              <a:defRPr sz="8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2</a:t>
            </a:r>
            <a:endParaRPr lang="en-US" dirty="0"/>
          </a:p>
        </p:txBody>
      </p:sp>
      <p:sp>
        <p:nvSpPr>
          <p:cNvPr id="62" name="Text Placeholder 59">
            <a:extLst>
              <a:ext uri="{FF2B5EF4-FFF2-40B4-BE49-F238E27FC236}">
                <a16:creationId xmlns:a16="http://schemas.microsoft.com/office/drawing/2014/main" id="{3A6CBA61-2475-CC89-F9C3-C02028C81A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4288" y="1808163"/>
            <a:ext cx="2124000" cy="4537075"/>
          </a:xfrm>
          <a:prstGeom prst="rect">
            <a:avLst/>
          </a:prstGeom>
          <a:solidFill>
            <a:srgbClr val="F8F5F2"/>
          </a:solidFill>
        </p:spPr>
        <p:txBody>
          <a:bodyPr lIns="144000" tIns="144000" rIns="144000"/>
          <a:lstStyle>
            <a:lvl1pPr>
              <a:lnSpc>
                <a:spcPct val="80000"/>
              </a:lnSpc>
              <a:defRPr sz="8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3</a:t>
            </a:r>
            <a:endParaRPr lang="en-US" dirty="0"/>
          </a:p>
        </p:txBody>
      </p:sp>
      <p:sp>
        <p:nvSpPr>
          <p:cNvPr id="63" name="Text Placeholder 59">
            <a:extLst>
              <a:ext uri="{FF2B5EF4-FFF2-40B4-BE49-F238E27FC236}">
                <a16:creationId xmlns:a16="http://schemas.microsoft.com/office/drawing/2014/main" id="{08F4EFE1-28F5-581B-F05D-38EBBE1ED4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11432" y="1808163"/>
            <a:ext cx="2124000" cy="4537075"/>
          </a:xfrm>
          <a:prstGeom prst="rect">
            <a:avLst/>
          </a:prstGeom>
          <a:solidFill>
            <a:srgbClr val="F8F5F2"/>
          </a:solidFill>
        </p:spPr>
        <p:txBody>
          <a:bodyPr lIns="144000" tIns="144000" rIns="144000"/>
          <a:lstStyle>
            <a:lvl1pPr>
              <a:lnSpc>
                <a:spcPct val="80000"/>
              </a:lnSpc>
              <a:defRPr sz="8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4</a:t>
            </a:r>
            <a:endParaRPr lang="en-US" dirty="0"/>
          </a:p>
        </p:txBody>
      </p:sp>
      <p:sp>
        <p:nvSpPr>
          <p:cNvPr id="64" name="Text Placeholder 59">
            <a:extLst>
              <a:ext uri="{FF2B5EF4-FFF2-40B4-BE49-F238E27FC236}">
                <a16:creationId xmlns:a16="http://schemas.microsoft.com/office/drawing/2014/main" id="{AB30CC30-1713-8F61-2722-FED948533C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88000" y="1808163"/>
            <a:ext cx="2124000" cy="4537075"/>
          </a:xfrm>
          <a:prstGeom prst="rect">
            <a:avLst/>
          </a:prstGeom>
          <a:solidFill>
            <a:srgbClr val="F8F5F2"/>
          </a:solidFill>
        </p:spPr>
        <p:txBody>
          <a:bodyPr lIns="144000" tIns="144000" rIns="144000"/>
          <a:lstStyle>
            <a:lvl1pPr>
              <a:lnSpc>
                <a:spcPct val="80000"/>
              </a:lnSpc>
              <a:defRPr sz="8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5</a:t>
            </a:r>
            <a:endParaRPr lang="en-US" dirty="0"/>
          </a:p>
        </p:txBody>
      </p:sp>
      <p:sp>
        <p:nvSpPr>
          <p:cNvPr id="73" name="Text Placeholder 70">
            <a:extLst>
              <a:ext uri="{FF2B5EF4-FFF2-40B4-BE49-F238E27FC236}">
                <a16:creationId xmlns:a16="http://schemas.microsoft.com/office/drawing/2014/main" id="{FA15A0FC-E301-BBB8-6C26-2D2AA6D60FB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6651" y="3428999"/>
            <a:ext cx="1819275" cy="2484439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</a:lstStyle>
          <a:p>
            <a:pPr lvl="0"/>
            <a:r>
              <a:rPr lang="en-GB" dirty="0"/>
              <a:t>DD.MM.YYYY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Next step</a:t>
            </a:r>
          </a:p>
          <a:p>
            <a:pPr lvl="0"/>
            <a:r>
              <a:rPr lang="en-US" b="0" dirty="0" err="1"/>
              <a:t>Fusce</a:t>
            </a:r>
            <a:r>
              <a:rPr lang="en-US" b="0" dirty="0"/>
              <a:t> </a:t>
            </a:r>
            <a:r>
              <a:rPr lang="en-US" b="0" dirty="0" err="1"/>
              <a:t>tristique</a:t>
            </a:r>
            <a:r>
              <a:rPr lang="en-US" b="0" dirty="0"/>
              <a:t>, </a:t>
            </a:r>
            <a:r>
              <a:rPr lang="en-US" b="0" dirty="0" err="1"/>
              <a:t>orci</a:t>
            </a:r>
            <a:r>
              <a:rPr lang="en-US" b="0" dirty="0"/>
              <a:t> </a:t>
            </a:r>
            <a:r>
              <a:rPr lang="en-US" b="0" dirty="0" err="1"/>
              <a:t>nec</a:t>
            </a:r>
            <a:r>
              <a:rPr lang="en-US" b="0" dirty="0"/>
              <a:t> </a:t>
            </a:r>
            <a:r>
              <a:rPr lang="en-US" b="0" dirty="0" err="1"/>
              <a:t>mollis</a:t>
            </a:r>
            <a:r>
              <a:rPr lang="en-US" b="0" dirty="0"/>
              <a:t> </a:t>
            </a:r>
            <a:r>
              <a:rPr lang="en-US" b="0" dirty="0" err="1"/>
              <a:t>aliquet</a:t>
            </a:r>
            <a:r>
              <a:rPr lang="en-US" b="0" dirty="0"/>
              <a:t>, </a:t>
            </a:r>
            <a:r>
              <a:rPr lang="en-US" b="0" dirty="0" err="1"/>
              <a:t>tortor</a:t>
            </a:r>
            <a:r>
              <a:rPr lang="en-US" b="0" dirty="0"/>
              <a:t> </a:t>
            </a:r>
            <a:r>
              <a:rPr lang="en-US" b="0" dirty="0" err="1"/>
              <a:t>velit</a:t>
            </a:r>
            <a:r>
              <a:rPr lang="en-US" b="0" dirty="0"/>
              <a:t> </a:t>
            </a:r>
            <a:r>
              <a:rPr lang="en-US" b="0" dirty="0" err="1"/>
              <a:t>blandit</a:t>
            </a:r>
            <a:r>
              <a:rPr lang="en-US" b="0" dirty="0"/>
              <a:t> </a:t>
            </a:r>
            <a:r>
              <a:rPr lang="en-US" b="0" dirty="0" err="1"/>
              <a:t>urna</a:t>
            </a:r>
            <a:r>
              <a:rPr lang="en-US" b="0" dirty="0"/>
              <a:t>, sed gravida </a:t>
            </a:r>
            <a:r>
              <a:rPr lang="en-US" b="0" dirty="0" err="1"/>
              <a:t>odio</a:t>
            </a:r>
            <a:r>
              <a:rPr lang="en-US" b="0" dirty="0"/>
              <a:t> </a:t>
            </a:r>
            <a:r>
              <a:rPr lang="en-US" b="0" dirty="0" err="1"/>
              <a:t>quam</a:t>
            </a:r>
            <a:r>
              <a:rPr lang="en-US" b="0" dirty="0"/>
              <a:t> </a:t>
            </a:r>
            <a:r>
              <a:rPr lang="en-US" b="0" dirty="0" err="1"/>
              <a:t>ut</a:t>
            </a:r>
            <a:r>
              <a:rPr lang="en-US" b="0" dirty="0"/>
              <a:t> </a:t>
            </a:r>
            <a:r>
              <a:rPr lang="en-US" b="0" dirty="0" err="1"/>
              <a:t>leo</a:t>
            </a:r>
            <a:r>
              <a:rPr lang="en-US" b="0" dirty="0"/>
              <a:t>.</a:t>
            </a:r>
            <a:endParaRPr lang="en-GB" dirty="0"/>
          </a:p>
          <a:p>
            <a:pPr lvl="0"/>
            <a:endParaRPr lang="en-US" dirty="0"/>
          </a:p>
        </p:txBody>
      </p:sp>
      <p:sp>
        <p:nvSpPr>
          <p:cNvPr id="76" name="Text Placeholder 70">
            <a:extLst>
              <a:ext uri="{FF2B5EF4-FFF2-40B4-BE49-F238E27FC236}">
                <a16:creationId xmlns:a16="http://schemas.microsoft.com/office/drawing/2014/main" id="{F884D185-C4E4-F2B6-F85D-0F97BCF7F3C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09507" y="3428999"/>
            <a:ext cx="1819275" cy="2484439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</a:lstStyle>
          <a:p>
            <a:pPr lvl="0"/>
            <a:r>
              <a:rPr lang="en-GB"/>
              <a:t>DD.MM.YYYY</a:t>
            </a:r>
          </a:p>
          <a:p>
            <a:pPr lvl="0"/>
            <a:endParaRPr lang="en-GB"/>
          </a:p>
          <a:p>
            <a:pPr lvl="0"/>
            <a:r>
              <a:rPr lang="en-GB"/>
              <a:t>Next step</a:t>
            </a:r>
          </a:p>
          <a:p>
            <a:pPr lvl="0"/>
            <a:r>
              <a:rPr lang="en-US" b="0" err="1"/>
              <a:t>Fusce</a:t>
            </a:r>
            <a:r>
              <a:rPr lang="en-US" b="0"/>
              <a:t> </a:t>
            </a:r>
            <a:r>
              <a:rPr lang="en-US" b="0" err="1"/>
              <a:t>tristique</a:t>
            </a:r>
            <a:r>
              <a:rPr lang="en-US" b="0"/>
              <a:t>, </a:t>
            </a:r>
            <a:r>
              <a:rPr lang="en-US" b="0" err="1"/>
              <a:t>orci</a:t>
            </a:r>
            <a:r>
              <a:rPr lang="en-US" b="0"/>
              <a:t> </a:t>
            </a:r>
            <a:r>
              <a:rPr lang="en-US" b="0" err="1"/>
              <a:t>nec</a:t>
            </a:r>
            <a:r>
              <a:rPr lang="en-US" b="0"/>
              <a:t> </a:t>
            </a:r>
            <a:r>
              <a:rPr lang="en-US" b="0" err="1"/>
              <a:t>mollis</a:t>
            </a:r>
            <a:r>
              <a:rPr lang="en-US" b="0"/>
              <a:t> </a:t>
            </a:r>
            <a:r>
              <a:rPr lang="en-US" b="0" err="1"/>
              <a:t>aliquet</a:t>
            </a:r>
            <a:r>
              <a:rPr lang="en-US" b="0"/>
              <a:t>, </a:t>
            </a:r>
            <a:r>
              <a:rPr lang="en-US" b="0" err="1"/>
              <a:t>tortor</a:t>
            </a:r>
            <a:r>
              <a:rPr lang="en-US" b="0"/>
              <a:t> </a:t>
            </a:r>
            <a:r>
              <a:rPr lang="en-US" b="0" err="1"/>
              <a:t>velit</a:t>
            </a:r>
            <a:r>
              <a:rPr lang="en-US" b="0"/>
              <a:t> </a:t>
            </a:r>
            <a:r>
              <a:rPr lang="en-US" b="0" err="1"/>
              <a:t>blandit</a:t>
            </a:r>
            <a:r>
              <a:rPr lang="en-US" b="0"/>
              <a:t> </a:t>
            </a:r>
            <a:r>
              <a:rPr lang="en-US" b="0" err="1"/>
              <a:t>urna</a:t>
            </a:r>
            <a:r>
              <a:rPr lang="en-US" b="0"/>
              <a:t>, sed gravida </a:t>
            </a:r>
            <a:r>
              <a:rPr lang="en-US" b="0" err="1"/>
              <a:t>odio</a:t>
            </a:r>
            <a:r>
              <a:rPr lang="en-US" b="0"/>
              <a:t> </a:t>
            </a:r>
            <a:r>
              <a:rPr lang="en-US" b="0" err="1"/>
              <a:t>quam</a:t>
            </a:r>
            <a:r>
              <a:rPr lang="en-US" b="0"/>
              <a:t> </a:t>
            </a:r>
            <a:r>
              <a:rPr lang="en-US" b="0" err="1"/>
              <a:t>ut</a:t>
            </a:r>
            <a:r>
              <a:rPr lang="en-US" b="0"/>
              <a:t> </a:t>
            </a:r>
            <a:r>
              <a:rPr lang="en-US" b="0" err="1"/>
              <a:t>leo</a:t>
            </a:r>
            <a:r>
              <a:rPr lang="en-US" b="0"/>
              <a:t>.</a:t>
            </a:r>
            <a:endParaRPr lang="en-GB"/>
          </a:p>
          <a:p>
            <a:pPr lvl="0"/>
            <a:endParaRPr lang="en-US"/>
          </a:p>
        </p:txBody>
      </p:sp>
      <p:sp>
        <p:nvSpPr>
          <p:cNvPr id="77" name="Text Placeholder 70">
            <a:extLst>
              <a:ext uri="{FF2B5EF4-FFF2-40B4-BE49-F238E27FC236}">
                <a16:creationId xmlns:a16="http://schemas.microsoft.com/office/drawing/2014/main" id="{049757F1-D506-2C2C-269C-5FC0FDF083E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2363" y="3428999"/>
            <a:ext cx="1819275" cy="2484439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</a:lstStyle>
          <a:p>
            <a:pPr lvl="0"/>
            <a:r>
              <a:rPr lang="en-GB" dirty="0"/>
              <a:t>DD.MM.YYYY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Next step</a:t>
            </a:r>
          </a:p>
          <a:p>
            <a:pPr lvl="0"/>
            <a:r>
              <a:rPr lang="en-US" b="0" dirty="0" err="1"/>
              <a:t>Fusce</a:t>
            </a:r>
            <a:r>
              <a:rPr lang="en-US" b="0" dirty="0"/>
              <a:t> </a:t>
            </a:r>
            <a:r>
              <a:rPr lang="en-US" b="0" dirty="0" err="1"/>
              <a:t>tristique</a:t>
            </a:r>
            <a:r>
              <a:rPr lang="en-US" b="0" dirty="0"/>
              <a:t>, </a:t>
            </a:r>
            <a:r>
              <a:rPr lang="en-US" b="0" dirty="0" err="1"/>
              <a:t>orci</a:t>
            </a:r>
            <a:r>
              <a:rPr lang="en-US" b="0" dirty="0"/>
              <a:t> </a:t>
            </a:r>
            <a:r>
              <a:rPr lang="en-US" b="0" dirty="0" err="1"/>
              <a:t>nec</a:t>
            </a:r>
            <a:r>
              <a:rPr lang="en-US" b="0" dirty="0"/>
              <a:t> </a:t>
            </a:r>
            <a:r>
              <a:rPr lang="en-US" b="0" dirty="0" err="1"/>
              <a:t>mollis</a:t>
            </a:r>
            <a:r>
              <a:rPr lang="en-US" b="0" dirty="0"/>
              <a:t> </a:t>
            </a:r>
            <a:r>
              <a:rPr lang="en-US" b="0" dirty="0" err="1"/>
              <a:t>aliquet</a:t>
            </a:r>
            <a:r>
              <a:rPr lang="en-US" b="0" dirty="0"/>
              <a:t>, </a:t>
            </a:r>
            <a:r>
              <a:rPr lang="en-US" b="0" dirty="0" err="1"/>
              <a:t>tortor</a:t>
            </a:r>
            <a:r>
              <a:rPr lang="en-US" b="0" dirty="0"/>
              <a:t> </a:t>
            </a:r>
            <a:r>
              <a:rPr lang="en-US" b="0" dirty="0" err="1"/>
              <a:t>velit</a:t>
            </a:r>
            <a:r>
              <a:rPr lang="en-US" b="0" dirty="0"/>
              <a:t> </a:t>
            </a:r>
            <a:r>
              <a:rPr lang="en-US" b="0" dirty="0" err="1"/>
              <a:t>blandit</a:t>
            </a:r>
            <a:r>
              <a:rPr lang="en-US" b="0" dirty="0"/>
              <a:t> </a:t>
            </a:r>
            <a:r>
              <a:rPr lang="en-US" b="0" dirty="0" err="1"/>
              <a:t>urna</a:t>
            </a:r>
            <a:r>
              <a:rPr lang="en-US" b="0" dirty="0"/>
              <a:t>, sed gravida </a:t>
            </a:r>
            <a:r>
              <a:rPr lang="en-US" b="0" dirty="0" err="1"/>
              <a:t>odio</a:t>
            </a:r>
            <a:r>
              <a:rPr lang="en-US" b="0" dirty="0"/>
              <a:t> </a:t>
            </a:r>
            <a:r>
              <a:rPr lang="en-US" b="0" dirty="0" err="1"/>
              <a:t>quam</a:t>
            </a:r>
            <a:r>
              <a:rPr lang="en-US" b="0" dirty="0"/>
              <a:t> </a:t>
            </a:r>
            <a:r>
              <a:rPr lang="en-US" b="0" dirty="0" err="1"/>
              <a:t>ut</a:t>
            </a:r>
            <a:r>
              <a:rPr lang="en-US" b="0" dirty="0"/>
              <a:t> </a:t>
            </a:r>
            <a:r>
              <a:rPr lang="en-US" b="0" dirty="0" err="1"/>
              <a:t>leo</a:t>
            </a:r>
            <a:r>
              <a:rPr lang="en-US" b="0" dirty="0"/>
              <a:t>.</a:t>
            </a:r>
            <a:endParaRPr lang="en-GB" dirty="0"/>
          </a:p>
          <a:p>
            <a:pPr lvl="0"/>
            <a:endParaRPr lang="en-US" dirty="0"/>
          </a:p>
        </p:txBody>
      </p:sp>
      <p:sp>
        <p:nvSpPr>
          <p:cNvPr id="78" name="Text Placeholder 70">
            <a:extLst>
              <a:ext uri="{FF2B5EF4-FFF2-40B4-BE49-F238E27FC236}">
                <a16:creationId xmlns:a16="http://schemas.microsoft.com/office/drawing/2014/main" id="{B14F01AA-43F5-F834-B7F6-3949E5206A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63795" y="3428999"/>
            <a:ext cx="1819275" cy="2484439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</a:lstStyle>
          <a:p>
            <a:pPr lvl="0"/>
            <a:r>
              <a:rPr lang="en-GB" dirty="0"/>
              <a:t>DD.MM.YYYY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Next step</a:t>
            </a:r>
          </a:p>
          <a:p>
            <a:pPr lvl="0"/>
            <a:r>
              <a:rPr lang="en-US" b="0" dirty="0" err="1"/>
              <a:t>Fusce</a:t>
            </a:r>
            <a:r>
              <a:rPr lang="en-US" b="0" dirty="0"/>
              <a:t> </a:t>
            </a:r>
            <a:r>
              <a:rPr lang="en-US" b="0" dirty="0" err="1"/>
              <a:t>tristique</a:t>
            </a:r>
            <a:r>
              <a:rPr lang="en-US" b="0" dirty="0"/>
              <a:t>, </a:t>
            </a:r>
            <a:r>
              <a:rPr lang="en-US" b="0" dirty="0" err="1"/>
              <a:t>orci</a:t>
            </a:r>
            <a:r>
              <a:rPr lang="en-US" b="0" dirty="0"/>
              <a:t> </a:t>
            </a:r>
            <a:r>
              <a:rPr lang="en-US" b="0" dirty="0" err="1"/>
              <a:t>nec</a:t>
            </a:r>
            <a:r>
              <a:rPr lang="en-US" b="0" dirty="0"/>
              <a:t> </a:t>
            </a:r>
            <a:r>
              <a:rPr lang="en-US" b="0" dirty="0" err="1"/>
              <a:t>mollis</a:t>
            </a:r>
            <a:r>
              <a:rPr lang="en-US" b="0" dirty="0"/>
              <a:t> </a:t>
            </a:r>
            <a:r>
              <a:rPr lang="en-US" b="0" dirty="0" err="1"/>
              <a:t>aliquet</a:t>
            </a:r>
            <a:r>
              <a:rPr lang="en-US" b="0" dirty="0"/>
              <a:t>, </a:t>
            </a:r>
            <a:r>
              <a:rPr lang="en-US" b="0" dirty="0" err="1"/>
              <a:t>tortor</a:t>
            </a:r>
            <a:r>
              <a:rPr lang="en-US" b="0" dirty="0"/>
              <a:t> </a:t>
            </a:r>
            <a:r>
              <a:rPr lang="en-US" b="0" dirty="0" err="1"/>
              <a:t>velit</a:t>
            </a:r>
            <a:r>
              <a:rPr lang="en-US" b="0" dirty="0"/>
              <a:t> </a:t>
            </a:r>
            <a:r>
              <a:rPr lang="en-US" b="0" dirty="0" err="1"/>
              <a:t>blandit</a:t>
            </a:r>
            <a:r>
              <a:rPr lang="en-US" b="0" dirty="0"/>
              <a:t> </a:t>
            </a:r>
            <a:r>
              <a:rPr lang="en-US" b="0" dirty="0" err="1"/>
              <a:t>urna</a:t>
            </a:r>
            <a:r>
              <a:rPr lang="en-US" b="0" dirty="0"/>
              <a:t>, sed gravida </a:t>
            </a:r>
            <a:r>
              <a:rPr lang="en-US" b="0" dirty="0" err="1"/>
              <a:t>odio</a:t>
            </a:r>
            <a:r>
              <a:rPr lang="en-US" b="0" dirty="0"/>
              <a:t> </a:t>
            </a:r>
            <a:r>
              <a:rPr lang="en-US" b="0" dirty="0" err="1"/>
              <a:t>quam</a:t>
            </a:r>
            <a:r>
              <a:rPr lang="en-US" b="0" dirty="0"/>
              <a:t> </a:t>
            </a:r>
            <a:r>
              <a:rPr lang="en-US" b="0" dirty="0" err="1"/>
              <a:t>ut</a:t>
            </a:r>
            <a:r>
              <a:rPr lang="en-US" b="0" dirty="0"/>
              <a:t> </a:t>
            </a:r>
            <a:r>
              <a:rPr lang="en-US" b="0" dirty="0" err="1"/>
              <a:t>leo</a:t>
            </a:r>
            <a:r>
              <a:rPr lang="en-US" b="0" dirty="0"/>
              <a:t>.</a:t>
            </a:r>
            <a:endParaRPr lang="en-GB" dirty="0"/>
          </a:p>
          <a:p>
            <a:pPr lvl="0"/>
            <a:endParaRPr lang="en-US" dirty="0"/>
          </a:p>
        </p:txBody>
      </p:sp>
      <p:sp>
        <p:nvSpPr>
          <p:cNvPr id="79" name="Text Placeholder 70">
            <a:extLst>
              <a:ext uri="{FF2B5EF4-FFF2-40B4-BE49-F238E27FC236}">
                <a16:creationId xmlns:a16="http://schemas.microsoft.com/office/drawing/2014/main" id="{6CE067F8-251E-8C0B-ACA3-8B0217FB0B7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740363" y="3428999"/>
            <a:ext cx="1819275" cy="2484439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</a:lstStyle>
          <a:p>
            <a:pPr lvl="0"/>
            <a:r>
              <a:rPr lang="en-GB" dirty="0"/>
              <a:t>DD.MM.YYYY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Next step</a:t>
            </a:r>
          </a:p>
          <a:p>
            <a:pPr lvl="0"/>
            <a:r>
              <a:rPr lang="en-US" b="0" dirty="0" err="1"/>
              <a:t>Fusce</a:t>
            </a:r>
            <a:r>
              <a:rPr lang="en-US" b="0" dirty="0"/>
              <a:t> </a:t>
            </a:r>
            <a:r>
              <a:rPr lang="en-US" b="0" dirty="0" err="1"/>
              <a:t>tristique</a:t>
            </a:r>
            <a:r>
              <a:rPr lang="en-US" b="0" dirty="0"/>
              <a:t>, </a:t>
            </a:r>
            <a:r>
              <a:rPr lang="en-US" b="0" dirty="0" err="1"/>
              <a:t>orci</a:t>
            </a:r>
            <a:r>
              <a:rPr lang="en-US" b="0" dirty="0"/>
              <a:t> </a:t>
            </a:r>
            <a:r>
              <a:rPr lang="en-US" b="0" dirty="0" err="1"/>
              <a:t>nec</a:t>
            </a:r>
            <a:r>
              <a:rPr lang="en-US" b="0" dirty="0"/>
              <a:t> </a:t>
            </a:r>
            <a:r>
              <a:rPr lang="en-US" b="0" dirty="0" err="1"/>
              <a:t>mollis</a:t>
            </a:r>
            <a:r>
              <a:rPr lang="en-US" b="0" dirty="0"/>
              <a:t> </a:t>
            </a:r>
            <a:r>
              <a:rPr lang="en-US" b="0" dirty="0" err="1"/>
              <a:t>aliquet</a:t>
            </a:r>
            <a:r>
              <a:rPr lang="en-US" b="0" dirty="0"/>
              <a:t>, </a:t>
            </a:r>
            <a:r>
              <a:rPr lang="en-US" b="0" dirty="0" err="1"/>
              <a:t>tortor</a:t>
            </a:r>
            <a:r>
              <a:rPr lang="en-US" b="0" dirty="0"/>
              <a:t> </a:t>
            </a:r>
            <a:r>
              <a:rPr lang="en-US" b="0" dirty="0" err="1"/>
              <a:t>velit</a:t>
            </a:r>
            <a:r>
              <a:rPr lang="en-US" b="0" dirty="0"/>
              <a:t> </a:t>
            </a:r>
            <a:r>
              <a:rPr lang="en-US" b="0" dirty="0" err="1"/>
              <a:t>blandit</a:t>
            </a:r>
            <a:r>
              <a:rPr lang="en-US" b="0" dirty="0"/>
              <a:t> </a:t>
            </a:r>
            <a:r>
              <a:rPr lang="en-US" b="0" dirty="0" err="1"/>
              <a:t>urna</a:t>
            </a:r>
            <a:r>
              <a:rPr lang="en-US" b="0" dirty="0"/>
              <a:t>, sed gravida </a:t>
            </a:r>
            <a:r>
              <a:rPr lang="en-US" b="0" dirty="0" err="1"/>
              <a:t>odio</a:t>
            </a:r>
            <a:r>
              <a:rPr lang="en-US" b="0" dirty="0"/>
              <a:t> </a:t>
            </a:r>
            <a:r>
              <a:rPr lang="en-US" b="0" dirty="0" err="1"/>
              <a:t>quam</a:t>
            </a:r>
            <a:r>
              <a:rPr lang="en-US" b="0" dirty="0"/>
              <a:t> </a:t>
            </a:r>
            <a:r>
              <a:rPr lang="en-US" b="0" dirty="0" err="1"/>
              <a:t>ut</a:t>
            </a:r>
            <a:r>
              <a:rPr lang="en-US" b="0" dirty="0"/>
              <a:t> </a:t>
            </a:r>
            <a:r>
              <a:rPr lang="en-US" b="0" dirty="0" err="1"/>
              <a:t>leo</a:t>
            </a:r>
            <a:r>
              <a:rPr lang="en-US" b="0" dirty="0"/>
              <a:t>.</a:t>
            </a:r>
            <a:endParaRPr lang="en-GB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953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1139">
          <p15:clr>
            <a:srgbClr val="FBAE40"/>
          </p15:clr>
        </p15:guide>
        <p15:guide id="6" orient="horz" pos="3725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rtl="0">
              <a:defRPr sz="100">
                <a:noFill/>
              </a:defRPr>
            </a:lvl1pPr>
          </a:lstStyle>
          <a:p>
            <a:fld id="{800A6A20-E873-F140-AC79-822BDF254684}" type="datetime1">
              <a:rPr lang="de-DE" smtClean="0"/>
              <a:t>06.10.26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rtl="0">
              <a:defRPr sz="100">
                <a:noFill/>
              </a:defRPr>
            </a:lvl1pPr>
          </a:lstStyle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9" name="Image">
            <a:extLst>
              <a:ext uri="{FF2B5EF4-FFF2-40B4-BE49-F238E27FC236}">
                <a16:creationId xmlns:a16="http://schemas.microsoft.com/office/drawing/2014/main" id="{C8A0EA80-6C56-3462-7962-5C9554E7B4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76574" y="1"/>
            <a:ext cx="5915425" cy="6858002"/>
          </a:xfrm>
          <a:solidFill>
            <a:schemeClr val="bg1">
              <a:lumMod val="75000"/>
            </a:schemeClr>
          </a:solidFill>
        </p:spPr>
        <p:txBody>
          <a:bodyPr tIns="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7" name="Content left">
            <a:extLst>
              <a:ext uri="{FF2B5EF4-FFF2-40B4-BE49-F238E27FC236}">
                <a16:creationId xmlns:a16="http://schemas.microsoft.com/office/drawing/2014/main" id="{7E0D2C93-0AD3-3E6C-D51F-9BCD8E70F7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574" y="1807199"/>
            <a:ext cx="5436000" cy="4104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8808C9-218A-23C4-0979-17C2EF7C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512763"/>
            <a:ext cx="5436613" cy="88639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pic>
        <p:nvPicPr>
          <p:cNvPr id="8" name="MIO_AGENDA_IGNORE_NAVIGATION" descr="Schließen mit einfarbiger Füllung" hidden="1">
            <a:extLst>
              <a:ext uri="{FF2B5EF4-FFF2-40B4-BE49-F238E27FC236}">
                <a16:creationId xmlns:a16="http://schemas.microsoft.com/office/drawing/2014/main" id="{AA3DA913-F435-7661-FD22-506A0DB96E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246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53">
          <p15:clr>
            <a:srgbClr val="FBAE40"/>
          </p15:clr>
        </p15:guide>
        <p15:guide id="2" pos="3727">
          <p15:clr>
            <a:srgbClr val="FBAE40"/>
          </p15:clr>
        </p15:guide>
        <p15:guide id="3" orient="horz" pos="1139">
          <p15:clr>
            <a:srgbClr val="FBAE40"/>
          </p15:clr>
        </p15:guide>
        <p15:guide id="4" orient="horz" pos="372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mediu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fld id="{56503FA3-8982-0240-96EB-0717438A640D}" type="datetime1">
              <a:rPr lang="de-DE" smtClean="0"/>
              <a:t>06.10.26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000" y="6526211"/>
            <a:ext cx="3504000" cy="138499"/>
          </a:xfrm>
        </p:spPr>
        <p:txBody>
          <a:bodyPr/>
          <a:lstStyle/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11" name="Image">
            <a:extLst>
              <a:ext uri="{FF2B5EF4-FFF2-40B4-BE49-F238E27FC236}">
                <a16:creationId xmlns:a16="http://schemas.microsoft.com/office/drawing/2014/main" id="{16C5AC2D-3DAF-BE99-F11D-E9E48F025B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44574" y="1"/>
            <a:ext cx="7847425" cy="6858002"/>
          </a:xfrm>
          <a:solidFill>
            <a:schemeClr val="bg1">
              <a:lumMod val="75000"/>
            </a:schemeClr>
          </a:solidFill>
        </p:spPr>
        <p:txBody>
          <a:bodyPr tIns="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7" name="Content left">
            <a:extLst>
              <a:ext uri="{FF2B5EF4-FFF2-40B4-BE49-F238E27FC236}">
                <a16:creationId xmlns:a16="http://schemas.microsoft.com/office/drawing/2014/main" id="{7E0D2C93-0AD3-3E6C-D51F-9BCD8E70F7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574" y="1807199"/>
            <a:ext cx="3528000" cy="4104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8808C9-218A-23C4-0979-17C2EF7C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512763"/>
            <a:ext cx="3528000" cy="88639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pic>
        <p:nvPicPr>
          <p:cNvPr id="8" name="MIO_AGENDA_IGNORE_NAVIGATION" descr="Schließen mit einfarbiger Füllung" hidden="1">
            <a:extLst>
              <a:ext uri="{FF2B5EF4-FFF2-40B4-BE49-F238E27FC236}">
                <a16:creationId xmlns:a16="http://schemas.microsoft.com/office/drawing/2014/main" id="{10AC4D8E-41CB-97B9-6D6F-3F32AFA594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27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25" userDrawn="1">
          <p15:clr>
            <a:srgbClr val="FBAE40"/>
          </p15:clr>
        </p15:guide>
        <p15:guide id="2" pos="2735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  <p15:guide id="4" orient="horz" pos="3725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fld id="{A92F7AF8-436B-7E4C-B79C-9AFED39A31DF}" type="datetime1">
              <a:rPr lang="de-DE" smtClean="0"/>
              <a:t>06.10.26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8" name="Image">
            <a:extLst>
              <a:ext uri="{FF2B5EF4-FFF2-40B4-BE49-F238E27FC236}">
                <a16:creationId xmlns:a16="http://schemas.microsoft.com/office/drawing/2014/main" id="{784C63FE-DE3B-3EE9-CC4E-6277924B199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1807198"/>
            <a:ext cx="6132514" cy="5050801"/>
          </a:xfrm>
          <a:solidFill>
            <a:schemeClr val="bg1">
              <a:lumMod val="75000"/>
            </a:schemeClr>
          </a:solidFill>
        </p:spPr>
        <p:txBody>
          <a:bodyPr tIns="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8808C9-218A-23C4-0979-17C2EF7CC2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000" y="512763"/>
            <a:ext cx="11232000" cy="88639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 dirty="0" err="1"/>
              <a:t>Two</a:t>
            </a:r>
            <a:r>
              <a:rPr lang="de-DE" dirty="0"/>
              <a:t> Images Slide</a:t>
            </a:r>
          </a:p>
        </p:txBody>
      </p:sp>
      <p:sp>
        <p:nvSpPr>
          <p:cNvPr id="10" name="Image">
            <a:extLst>
              <a:ext uri="{FF2B5EF4-FFF2-40B4-BE49-F238E27FC236}">
                <a16:creationId xmlns:a16="http://schemas.microsoft.com/office/drawing/2014/main" id="{936BB358-D532-3EBE-A492-9D8C8B48C9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32512" y="1807198"/>
            <a:ext cx="6056175" cy="5050801"/>
          </a:xfrm>
          <a:solidFill>
            <a:schemeClr val="bg1">
              <a:lumMod val="85000"/>
            </a:schemeClr>
          </a:solidFill>
        </p:spPr>
        <p:txBody>
          <a:bodyPr tIns="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7277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  <p15:guide id="2" pos="3863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fld id="{454086B4-C1C9-5E41-95C0-A15114FD0380}" type="datetime1">
              <a:rPr lang="de-DE" smtClean="0"/>
              <a:t>06.10.26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8" name="Image">
            <a:extLst>
              <a:ext uri="{FF2B5EF4-FFF2-40B4-BE49-F238E27FC236}">
                <a16:creationId xmlns:a16="http://schemas.microsoft.com/office/drawing/2014/main" id="{784C63FE-DE3B-3EE9-CC4E-6277924B199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807198"/>
            <a:ext cx="12192000" cy="5050801"/>
          </a:xfrm>
          <a:solidFill>
            <a:schemeClr val="bg1">
              <a:lumMod val="75000"/>
            </a:schemeClr>
          </a:solidFill>
        </p:spPr>
        <p:txBody>
          <a:bodyPr tIns="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4FA448A-A5A1-F5E7-8038-8DB3FB9B2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3497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ull scree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mage">
            <a:extLst>
              <a:ext uri="{FF2B5EF4-FFF2-40B4-BE49-F238E27FC236}">
                <a16:creationId xmlns:a16="http://schemas.microsoft.com/office/drawing/2014/main" id="{784C63FE-DE3B-3EE9-CC4E-6277924B199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7999"/>
          </a:xfrm>
          <a:solidFill>
            <a:schemeClr val="bg1">
              <a:lumMod val="75000"/>
            </a:schemeClr>
          </a:solidFill>
        </p:spPr>
        <p:txBody>
          <a:bodyPr vert="horz" lIns="0" tIns="0" rIns="0" bIns="0" rtlCol="0" anchor="ctr" anchorCtr="0">
            <a:noAutofit/>
          </a:bodyPr>
          <a:lstStyle>
            <a:lvl1pPr algn="ctr">
              <a:defRPr lang="de-DE" dirty="0"/>
            </a:lvl1pPr>
          </a:lstStyle>
          <a:p>
            <a:pPr lvl="0" algn="ctr"/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A870E17-585B-25EC-91D4-D2E89C010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1923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fld id="{162AFC14-86FA-9D4E-B7BC-74F2486D8FF3}" type="datetime1">
              <a:rPr lang="de-DE" smtClean="0"/>
              <a:t>06.10.26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8" name="Image">
            <a:extLst>
              <a:ext uri="{FF2B5EF4-FFF2-40B4-BE49-F238E27FC236}">
                <a16:creationId xmlns:a16="http://schemas.microsoft.com/office/drawing/2014/main" id="{2D008FD9-6F72-6E1D-DD0B-A041002F0B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tIns="0" anchor="ctr" anchorCtr="0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pic>
        <p:nvPicPr>
          <p:cNvPr id="6" name="MIO_AGENDA_IGNORE_CHAPTER_REFERENCE" descr="Schließen mit einfarbiger Füllung" hidden="1">
            <a:extLst>
              <a:ext uri="{FF2B5EF4-FFF2-40B4-BE49-F238E27FC236}">
                <a16:creationId xmlns:a16="http://schemas.microsoft.com/office/drawing/2014/main" id="{E1DE837E-4AC1-1B52-FD1F-FF041FBEE3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pic>
        <p:nvPicPr>
          <p:cNvPr id="7" name="MIO_AGENDA_IGNORE_NAVIGATION" descr="Schließen mit einfarbiger Füllung" hidden="1">
            <a:extLst>
              <a:ext uri="{FF2B5EF4-FFF2-40B4-BE49-F238E27FC236}">
                <a16:creationId xmlns:a16="http://schemas.microsoft.com/office/drawing/2014/main" id="{FBDEFF21-870F-0D9C-E524-8E876F8EEA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2099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EAAC-B2AD-9E48-A8EA-4EB764E838A2}" type="datetime1">
              <a:rPr lang="de-DE" smtClean="0"/>
              <a:t>06.10.26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8808C9-218A-23C4-0979-17C2EF7C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512763"/>
            <a:ext cx="11232000" cy="88639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50460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  <p15:guide id="2" orient="horz" pos="3725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itle only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background">
            <a:extLst>
              <a:ext uri="{FF2B5EF4-FFF2-40B4-BE49-F238E27FC236}">
                <a16:creationId xmlns:a16="http://schemas.microsoft.com/office/drawing/2014/main" id="{7A445AAD-DA93-44A7-A716-6A7756ED6265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89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62BF7-8CBC-9E45-BB2F-9259532D43CD}" type="datetime1">
              <a:rPr lang="de-DE" smtClean="0"/>
              <a:t>06.10.26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8808C9-218A-23C4-0979-17C2EF7C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512763"/>
            <a:ext cx="11232000" cy="88639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1769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  <p15:guide id="2" orient="horz" pos="3725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fld id="{99B5F3EF-3489-EF41-92AE-C07F97C393BA}" type="datetime1">
              <a:rPr lang="de-DE" smtClean="0"/>
              <a:t>06.10.26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56700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4F111-9A96-A84D-87BF-789F902DF62C}" type="datetime1">
              <a:rPr lang="de-DE" smtClean="0"/>
              <a:t>06.10.26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10105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/Tabl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background">
            <a:extLst>
              <a:ext uri="{FF2B5EF4-FFF2-40B4-BE49-F238E27FC236}">
                <a16:creationId xmlns:a16="http://schemas.microsoft.com/office/drawing/2014/main" id="{55C950C9-43EF-39C3-FF01-39DDE884BF08}"/>
              </a:ext>
            </a:extLst>
          </p:cNvPr>
          <p:cNvSpPr/>
          <p:nvPr userDrawn="1"/>
        </p:nvSpPr>
        <p:spPr>
          <a:xfrm>
            <a:off x="0" y="0"/>
            <a:ext cx="7824788" cy="6857999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89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99EB4-9340-0347-AF3C-D74FCC7E080E}" type="datetime1">
              <a:rPr lang="de-DE" smtClean="0"/>
              <a:t>06.10.26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6" name="Content right">
            <a:extLst>
              <a:ext uri="{FF2B5EF4-FFF2-40B4-BE49-F238E27FC236}">
                <a16:creationId xmlns:a16="http://schemas.microsoft.com/office/drawing/2014/main" id="{0ED697D8-4001-2C2F-6C69-6C69F0A9DA4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83563" y="1807199"/>
            <a:ext cx="3529012" cy="4104000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8808C9-218A-23C4-0979-17C2EF7C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3563" y="512763"/>
            <a:ext cx="3528436" cy="88639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4" name="Chart Footnote/Source">
            <a:extLst>
              <a:ext uri="{FF2B5EF4-FFF2-40B4-BE49-F238E27FC236}">
                <a16:creationId xmlns:a16="http://schemas.microsoft.com/office/drawing/2014/main" id="{8388A654-05DA-46BD-2557-D2D34395DB0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5759167"/>
            <a:ext cx="7092375" cy="151323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900" b="0"/>
            </a:lvl1pPr>
          </a:lstStyle>
          <a:p>
            <a:pPr lvl="0"/>
            <a:r>
              <a:rPr lang="de-DE" err="1"/>
              <a:t>Footnote</a:t>
            </a:r>
            <a:r>
              <a:rPr lang="de-DE"/>
              <a:t>/Source</a:t>
            </a:r>
          </a:p>
        </p:txBody>
      </p:sp>
      <p:sp>
        <p:nvSpPr>
          <p:cNvPr id="7" name="Content left">
            <a:extLst>
              <a:ext uri="{FF2B5EF4-FFF2-40B4-BE49-F238E27FC236}">
                <a16:creationId xmlns:a16="http://schemas.microsoft.com/office/drawing/2014/main" id="{7E0D2C93-0AD3-3E6C-D51F-9BCD8E70F76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0573" y="1399160"/>
            <a:ext cx="7091801" cy="42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graph</a:t>
            </a:r>
            <a:r>
              <a:rPr lang="de-DE" dirty="0"/>
              <a:t>/</a:t>
            </a:r>
            <a:r>
              <a:rPr lang="de-DE" dirty="0" err="1"/>
              <a:t>table</a:t>
            </a:r>
            <a:endParaRPr lang="de-DE" dirty="0"/>
          </a:p>
        </p:txBody>
      </p:sp>
      <p:sp>
        <p:nvSpPr>
          <p:cNvPr id="12" name="Chart Subtitle">
            <a:extLst>
              <a:ext uri="{FF2B5EF4-FFF2-40B4-BE49-F238E27FC236}">
                <a16:creationId xmlns:a16="http://schemas.microsoft.com/office/drawing/2014/main" id="{1176B54B-A8DF-1176-D781-146DE34A5E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000" y="851410"/>
            <a:ext cx="7092375" cy="302647"/>
          </a:xfrm>
        </p:spPr>
        <p:txBody>
          <a:bodyPr>
            <a:noAutofit/>
          </a:bodyPr>
          <a:lstStyle>
            <a:lvl1pPr>
              <a:defRPr b="0"/>
            </a:lvl1pPr>
          </a:lstStyle>
          <a:p>
            <a:pPr lvl="0"/>
            <a:r>
              <a:rPr lang="de-DE" dirty="0"/>
              <a:t>Unit </a:t>
            </a:r>
            <a:r>
              <a:rPr lang="de-DE" dirty="0" err="1"/>
              <a:t>measure</a:t>
            </a:r>
            <a:endParaRPr lang="de-DE" dirty="0"/>
          </a:p>
        </p:txBody>
      </p:sp>
      <p:sp>
        <p:nvSpPr>
          <p:cNvPr id="11" name="Chart Title">
            <a:extLst>
              <a:ext uri="{FF2B5EF4-FFF2-40B4-BE49-F238E27FC236}">
                <a16:creationId xmlns:a16="http://schemas.microsoft.com/office/drawing/2014/main" id="{0C1D1F4B-9BF8-DFAD-1852-35C89F0628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000" y="512763"/>
            <a:ext cx="7092375" cy="302647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de-DE" dirty="0"/>
              <a:t>Chart title</a:t>
            </a:r>
          </a:p>
        </p:txBody>
      </p:sp>
    </p:spTree>
    <p:extLst>
      <p:ext uri="{BB962C8B-B14F-4D97-AF65-F5344CB8AC3E}">
        <p14:creationId xmlns:p14="http://schemas.microsoft.com/office/powerpoint/2010/main" val="3696840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155" userDrawn="1">
          <p15:clr>
            <a:srgbClr val="FBAE40"/>
          </p15:clr>
        </p15:guide>
        <p15:guide id="3" pos="4770" userDrawn="1">
          <p15:clr>
            <a:srgbClr val="FBAE40"/>
          </p15:clr>
        </p15:guide>
        <p15:guide id="4" orient="horz" pos="3725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/Tabl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background">
            <a:extLst>
              <a:ext uri="{FF2B5EF4-FFF2-40B4-BE49-F238E27FC236}">
                <a16:creationId xmlns:a16="http://schemas.microsoft.com/office/drawing/2014/main" id="{55C950C9-43EF-39C3-FF01-39DDE884BF08}"/>
              </a:ext>
            </a:extLst>
          </p:cNvPr>
          <p:cNvSpPr/>
          <p:nvPr userDrawn="1"/>
        </p:nvSpPr>
        <p:spPr>
          <a:xfrm>
            <a:off x="6275388" y="0"/>
            <a:ext cx="5916612" cy="6857999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89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C8AF-567C-5F49-8E44-47B93969B66E}" type="datetime1">
              <a:rPr lang="de-DE" smtClean="0"/>
              <a:t>06.10.26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6" name="Content right">
            <a:extLst>
              <a:ext uri="{FF2B5EF4-FFF2-40B4-BE49-F238E27FC236}">
                <a16:creationId xmlns:a16="http://schemas.microsoft.com/office/drawing/2014/main" id="{0ED697D8-4001-2C2F-6C69-6C69F0A9DA4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998" y="1807199"/>
            <a:ext cx="4968301" cy="4104000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8808C9-218A-23C4-0979-17C2EF7C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999" y="512763"/>
            <a:ext cx="4968300" cy="88639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7" name="Content left">
            <a:extLst>
              <a:ext uri="{FF2B5EF4-FFF2-40B4-BE49-F238E27FC236}">
                <a16:creationId xmlns:a16="http://schemas.microsoft.com/office/drawing/2014/main" id="{7E0D2C93-0AD3-3E6C-D51F-9BCD8E70F76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43700" y="512762"/>
            <a:ext cx="4968300" cy="451427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graph</a:t>
            </a:r>
            <a:r>
              <a:rPr lang="de-DE"/>
              <a:t>/</a:t>
            </a:r>
            <a:r>
              <a:rPr lang="de-DE" err="1"/>
              <a:t>table</a:t>
            </a:r>
            <a:endParaRPr lang="de-DE"/>
          </a:p>
        </p:txBody>
      </p:sp>
      <p:sp>
        <p:nvSpPr>
          <p:cNvPr id="12" name="Chart Subtitle">
            <a:extLst>
              <a:ext uri="{FF2B5EF4-FFF2-40B4-BE49-F238E27FC236}">
                <a16:creationId xmlns:a16="http://schemas.microsoft.com/office/drawing/2014/main" id="{1176B54B-A8DF-1176-D781-146DE34A5E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43299" y="5598356"/>
            <a:ext cx="4968702" cy="302647"/>
          </a:xfrm>
        </p:spPr>
        <p:txBody>
          <a:bodyPr>
            <a:noAutofit/>
          </a:bodyPr>
          <a:lstStyle>
            <a:lvl1pPr>
              <a:defRPr b="0"/>
            </a:lvl1pPr>
          </a:lstStyle>
          <a:p>
            <a:pPr lvl="0"/>
            <a:r>
              <a:rPr lang="de-DE" dirty="0"/>
              <a:t>Unit </a:t>
            </a:r>
            <a:r>
              <a:rPr lang="de-DE" dirty="0" err="1"/>
              <a:t>measure</a:t>
            </a:r>
            <a:endParaRPr lang="de-DE" dirty="0"/>
          </a:p>
        </p:txBody>
      </p:sp>
      <p:sp>
        <p:nvSpPr>
          <p:cNvPr id="11" name="Chart Title">
            <a:extLst>
              <a:ext uri="{FF2B5EF4-FFF2-40B4-BE49-F238E27FC236}">
                <a16:creationId xmlns:a16="http://schemas.microsoft.com/office/drawing/2014/main" id="{0C1D1F4B-9BF8-DFAD-1852-35C89F0628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43299" y="5259709"/>
            <a:ext cx="4968702" cy="302647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de-DE" dirty="0"/>
              <a:t>Chart title</a:t>
            </a:r>
          </a:p>
        </p:txBody>
      </p:sp>
    </p:spTree>
    <p:extLst>
      <p:ext uri="{BB962C8B-B14F-4D97-AF65-F5344CB8AC3E}">
        <p14:creationId xmlns:p14="http://schemas.microsoft.com/office/powerpoint/2010/main" val="2311415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53" userDrawn="1">
          <p15:clr>
            <a:srgbClr val="FBAE40"/>
          </p15:clr>
        </p15:guide>
        <p15:guide id="3" pos="3727" userDrawn="1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pos="4248" userDrawn="1">
          <p15:clr>
            <a:srgbClr val="FBAE40"/>
          </p15:clr>
        </p15:guide>
        <p15:guide id="6" pos="3432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264AB6-0912-0D16-C25D-07632406992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4000">
                <a:srgbClr val="EA1B0A"/>
              </a:gs>
              <a:gs pos="98000">
                <a:srgbClr val="96148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 defTabSz="540000">
              <a:lnSpc>
                <a:spcPct val="120000"/>
              </a:lnSpc>
              <a:spcAft>
                <a:spcPts val="400"/>
              </a:spcAft>
            </a:pPr>
            <a:endParaRPr lang="en-US" sz="140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fld id="{DCDB24E5-50DF-AB48-84B3-580C5F8120F5}" type="datetime1">
              <a:rPr lang="de-DE" smtClean="0"/>
              <a:t>06.10.26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11" name="Number">
            <a:extLst>
              <a:ext uri="{FF2B5EF4-FFF2-40B4-BE49-F238E27FC236}">
                <a16:creationId xmlns:a16="http://schemas.microsoft.com/office/drawing/2014/main" id="{7700F044-4E4D-F142-70CF-491ED467D8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4134434"/>
            <a:ext cx="2520000" cy="2723566"/>
          </a:xfrm>
        </p:spPr>
        <p:txBody>
          <a:bodyPr wrap="none">
            <a:noAutofit/>
          </a:bodyPr>
          <a:lstStyle>
            <a:lvl1pPr>
              <a:defRPr sz="16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8808C9-218A-23C4-0979-17C2EF7CC2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999" y="512763"/>
            <a:ext cx="11232575" cy="1809647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7000">
                <a:solidFill>
                  <a:schemeClr val="bg1"/>
                </a:solidFill>
                <a:latin typeface="EON Office Head" pitchFamily="2" charset="0"/>
                <a:cs typeface="EON Office Head" pitchFamily="2" charset="0"/>
              </a:defRPr>
            </a:lvl1pPr>
          </a:lstStyle>
          <a:p>
            <a:r>
              <a:rPr lang="de-DE" dirty="0" err="1"/>
              <a:t>titel</a:t>
            </a:r>
            <a:r>
              <a:rPr lang="de-DE" dirty="0"/>
              <a:t> des </a:t>
            </a:r>
            <a:r>
              <a:rPr lang="de-DE" dirty="0" err="1"/>
              <a:t>kapitels</a:t>
            </a:r>
            <a:endParaRPr lang="de-DE" dirty="0"/>
          </a:p>
        </p:txBody>
      </p:sp>
      <p:pic>
        <p:nvPicPr>
          <p:cNvPr id="6" name="MIO_AGENDA_IGNORE_CHAPTER_REFERENCE" descr="Schließen mit einfarbiger Füllung" hidden="1">
            <a:extLst>
              <a:ext uri="{FF2B5EF4-FFF2-40B4-BE49-F238E27FC236}">
                <a16:creationId xmlns:a16="http://schemas.microsoft.com/office/drawing/2014/main" id="{EC079F7D-79FF-41AB-124C-407E69AFC1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pic>
        <p:nvPicPr>
          <p:cNvPr id="8" name="MIO_AGENDA_IGNORE_NAVIGATION" descr="Schließen mit einfarbiger Füllung" hidden="1">
            <a:extLst>
              <a:ext uri="{FF2B5EF4-FFF2-40B4-BE49-F238E27FC236}">
                <a16:creationId xmlns:a16="http://schemas.microsoft.com/office/drawing/2014/main" id="{ECF06861-9D4E-FDEF-993D-96CA6FA8BC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986D6CD-FB18-19C2-A75E-33EDA5AF8E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4" y="2331936"/>
            <a:ext cx="6444668" cy="1557151"/>
          </a:xfr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81279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with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mage">
            <a:extLst>
              <a:ext uri="{FF2B5EF4-FFF2-40B4-BE49-F238E27FC236}">
                <a16:creationId xmlns:a16="http://schemas.microsoft.com/office/drawing/2014/main" id="{2D008FD9-6F72-6E1D-DD0B-A041002F0B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solidFill>
            <a:srgbClr val="999999"/>
          </a:solidFill>
        </p:spPr>
        <p:txBody>
          <a:bodyPr tIns="360000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fld id="{C2EE32AD-0752-744D-B6FE-A4C1BE5DF0E1}" type="datetime1">
              <a:rPr lang="de-DE" smtClean="0"/>
              <a:t>06.10.26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11" name="Number">
            <a:extLst>
              <a:ext uri="{FF2B5EF4-FFF2-40B4-BE49-F238E27FC236}">
                <a16:creationId xmlns:a16="http://schemas.microsoft.com/office/drawing/2014/main" id="{7700F044-4E4D-F142-70CF-491ED467D8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4134434"/>
            <a:ext cx="2520000" cy="2723566"/>
          </a:xfrm>
        </p:spPr>
        <p:txBody>
          <a:bodyPr wrap="none">
            <a:noAutofit/>
          </a:bodyPr>
          <a:lstStyle>
            <a:lvl1pPr>
              <a:defRPr sz="16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8808C9-218A-23C4-0979-17C2EF7CC2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999" y="512763"/>
            <a:ext cx="11232575" cy="181917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7000">
                <a:solidFill>
                  <a:schemeClr val="bg1"/>
                </a:solidFill>
                <a:latin typeface="EON Office Head" pitchFamily="2" charset="0"/>
                <a:cs typeface="EON Office Head" pitchFamily="2" charset="0"/>
              </a:defRPr>
            </a:lvl1pPr>
          </a:lstStyle>
          <a:p>
            <a:r>
              <a:rPr lang="de-DE" dirty="0" err="1"/>
              <a:t>titel</a:t>
            </a:r>
            <a:r>
              <a:rPr lang="de-DE" dirty="0"/>
              <a:t> des </a:t>
            </a:r>
            <a:r>
              <a:rPr lang="de-DE" dirty="0" err="1"/>
              <a:t>kapitels</a:t>
            </a:r>
            <a:endParaRPr lang="de-DE" dirty="0"/>
          </a:p>
        </p:txBody>
      </p:sp>
      <p:pic>
        <p:nvPicPr>
          <p:cNvPr id="6" name="MIO_AGENDA_IGNORE_CHAPTER_REFERENCE" descr="Schließen mit einfarbiger Füllung" hidden="1">
            <a:extLst>
              <a:ext uri="{FF2B5EF4-FFF2-40B4-BE49-F238E27FC236}">
                <a16:creationId xmlns:a16="http://schemas.microsoft.com/office/drawing/2014/main" id="{E1DE837E-4AC1-1B52-FD1F-FF041FBEE3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pic>
        <p:nvPicPr>
          <p:cNvPr id="7" name="MIO_AGENDA_IGNORE_NAVIGATION" descr="Schließen mit einfarbiger Füllung" hidden="1">
            <a:extLst>
              <a:ext uri="{FF2B5EF4-FFF2-40B4-BE49-F238E27FC236}">
                <a16:creationId xmlns:a16="http://schemas.microsoft.com/office/drawing/2014/main" id="{FBDEFF21-870F-0D9C-E524-8E876F8EEA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7E3AB64-3C77-CE4A-0503-7D8207B8D8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425" y="2331936"/>
            <a:ext cx="5976615" cy="1547626"/>
          </a:xfr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05513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with sma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215170-0B6B-5D5C-3956-42FA14BA3E66}"/>
              </a:ext>
            </a:extLst>
          </p:cNvPr>
          <p:cNvSpPr/>
          <p:nvPr userDrawn="1"/>
        </p:nvSpPr>
        <p:spPr>
          <a:xfrm>
            <a:off x="0" y="-1"/>
            <a:ext cx="6275388" cy="6858000"/>
          </a:xfrm>
          <a:prstGeom prst="rect">
            <a:avLst/>
          </a:prstGeom>
          <a:gradFill flip="none" rotWithShape="1">
            <a:gsLst>
              <a:gs pos="63000">
                <a:srgbClr val="EA1B0A"/>
              </a:gs>
              <a:gs pos="100000">
                <a:srgbClr val="961482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 defTabSz="540000">
              <a:lnSpc>
                <a:spcPct val="120000"/>
              </a:lnSpc>
              <a:spcAft>
                <a:spcPts val="400"/>
              </a:spcAft>
            </a:pPr>
            <a:endParaRPr lang="en-US" sz="140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fld id="{D5E0F0B2-06FB-E449-A0E9-9299E25AD56D}" type="datetime1">
              <a:rPr lang="de-DE" smtClean="0"/>
              <a:t>06.10.26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8" name="Image">
            <a:extLst>
              <a:ext uri="{FF2B5EF4-FFF2-40B4-BE49-F238E27FC236}">
                <a16:creationId xmlns:a16="http://schemas.microsoft.com/office/drawing/2014/main" id="{2D008FD9-6F72-6E1D-DD0B-A041002F0B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75388" y="0"/>
            <a:ext cx="5916612" cy="6857999"/>
          </a:xfrm>
          <a:solidFill>
            <a:srgbClr val="999999"/>
          </a:solidFill>
        </p:spPr>
        <p:txBody>
          <a:bodyPr tIns="360000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1" name="Number">
            <a:extLst>
              <a:ext uri="{FF2B5EF4-FFF2-40B4-BE49-F238E27FC236}">
                <a16:creationId xmlns:a16="http://schemas.microsoft.com/office/drawing/2014/main" id="{7700F044-4E4D-F142-70CF-491ED467D8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4134434"/>
            <a:ext cx="2520000" cy="2723566"/>
          </a:xfrm>
        </p:spPr>
        <p:txBody>
          <a:bodyPr wrap="none">
            <a:noAutofit/>
          </a:bodyPr>
          <a:lstStyle>
            <a:lvl1pPr>
              <a:defRPr sz="16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8808C9-218A-23C4-0979-17C2EF7CC2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000" y="512763"/>
            <a:ext cx="5436613" cy="2916236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7000">
                <a:solidFill>
                  <a:schemeClr val="bg1"/>
                </a:solidFill>
                <a:latin typeface="EON Office Head" pitchFamily="2" charset="0"/>
                <a:cs typeface="EON Office Head" pitchFamily="2" charset="0"/>
              </a:defRPr>
            </a:lvl1pPr>
          </a:lstStyle>
          <a:p>
            <a:r>
              <a:rPr lang="de-DE" dirty="0"/>
              <a:t>Mastertitel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6" name="MIO_AGENDA_IGNORE_CHAPTER_REFERENCE" descr="Schließen mit einfarbiger Füllung" hidden="1">
            <a:extLst>
              <a:ext uri="{FF2B5EF4-FFF2-40B4-BE49-F238E27FC236}">
                <a16:creationId xmlns:a16="http://schemas.microsoft.com/office/drawing/2014/main" id="{B16AC418-7DF3-FC4A-3FE3-EB675B6D8F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pic>
        <p:nvPicPr>
          <p:cNvPr id="7" name="MIO_AGENDA_IGNORE_NAVIGATION" descr="Schließen mit einfarbiger Füllung" hidden="1">
            <a:extLst>
              <a:ext uri="{FF2B5EF4-FFF2-40B4-BE49-F238E27FC236}">
                <a16:creationId xmlns:a16="http://schemas.microsoft.com/office/drawing/2014/main" id="{1DAE23C1-FA80-8A1B-7E1D-9EF6DB6801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024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53" userDrawn="1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8438835-2655-8DCA-404E-79083CC384B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3000">
                <a:srgbClr val="EA1B0A"/>
              </a:gs>
              <a:gs pos="100000">
                <a:srgbClr val="961482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 defTabSz="540000">
              <a:lnSpc>
                <a:spcPct val="120000"/>
              </a:lnSpc>
              <a:spcAft>
                <a:spcPts val="400"/>
              </a:spcAft>
            </a:pPr>
            <a:endParaRPr lang="en-US" sz="140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D89DC9A-FBE8-D440-F9E1-B90DCE3E7EC9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>
              <a:defRPr sz="100">
                <a:noFill/>
              </a:defRPr>
            </a:lvl1pPr>
          </a:lstStyle>
          <a:p>
            <a:fld id="{D488086D-EEA1-CF4E-B791-0B497494499F}" type="datetime1">
              <a:rPr lang="de-DE" smtClean="0"/>
              <a:t>06.10.26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57627D1-B40C-E389-8DD5-0DD1E92EA48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>
              <a:defRPr sz="100">
                <a:noFill/>
              </a:defRPr>
            </a:lvl1pPr>
          </a:lstStyle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65A4D41-9BDD-B66B-9FB7-CE532CA1E3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>
              <a:defRPr sz="100">
                <a:noFill/>
              </a:defRPr>
            </a:lvl1pPr>
          </a:lstStyle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9" name="Contact information">
            <a:extLst>
              <a:ext uri="{FF2B5EF4-FFF2-40B4-BE49-F238E27FC236}">
                <a16:creationId xmlns:a16="http://schemas.microsoft.com/office/drawing/2014/main" id="{711219D6-CE9D-0F40-A923-24FB0FE247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0000" y="3212976"/>
            <a:ext cx="5436000" cy="235385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e-DE"/>
              <a:t>Edit </a:t>
            </a:r>
            <a:r>
              <a:rPr lang="de-DE" err="1"/>
              <a:t>contact</a:t>
            </a:r>
            <a:r>
              <a:rPr lang="de-DE"/>
              <a:t> Information</a:t>
            </a:r>
          </a:p>
        </p:txBody>
      </p:sp>
      <p:sp>
        <p:nvSpPr>
          <p:cNvPr id="8" name="Name">
            <a:extLst>
              <a:ext uri="{FF2B5EF4-FFF2-40B4-BE49-F238E27FC236}">
                <a16:creationId xmlns:a16="http://schemas.microsoft.com/office/drawing/2014/main" id="{33495D4A-F00D-763A-E57E-AF2EFD0C603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2865600"/>
            <a:ext cx="5436000" cy="302647"/>
          </a:xfrm>
        </p:spPr>
        <p:txBody>
          <a:bodyPr>
            <a:noAutofit/>
          </a:bodyPr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Edit </a:t>
            </a:r>
            <a:r>
              <a:rPr lang="de-DE" err="1"/>
              <a:t>name</a:t>
            </a:r>
            <a:endParaRPr lang="de-DE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9906940-4A55-7491-73FA-F7C757B94F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000" y="512764"/>
            <a:ext cx="9288001" cy="689469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800">
                <a:solidFill>
                  <a:schemeClr val="bg1"/>
                </a:solidFill>
                <a:latin typeface="EON Office Head" pitchFamily="2" charset="0"/>
                <a:cs typeface="EON Office Head" pitchFamily="2" charset="0"/>
              </a:defRPr>
            </a:lvl1pPr>
          </a:lstStyle>
          <a:p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closing</a:t>
            </a:r>
            <a:r>
              <a:rPr lang="de-DE" dirty="0"/>
              <a:t> </a:t>
            </a:r>
            <a:r>
              <a:rPr lang="de-DE" dirty="0" err="1"/>
              <a:t>statement</a:t>
            </a:r>
            <a:endParaRPr lang="de-DE" dirty="0"/>
          </a:p>
        </p:txBody>
      </p:sp>
      <p:pic>
        <p:nvPicPr>
          <p:cNvPr id="11" name="MIO_AGENDA_LAST_SLIDE" descr="Schließen mit einfarbiger Füllung" hidden="1">
            <a:extLst>
              <a:ext uri="{FF2B5EF4-FFF2-40B4-BE49-F238E27FC236}">
                <a16:creationId xmlns:a16="http://schemas.microsoft.com/office/drawing/2014/main" id="{63464D1A-B18E-D090-1C9D-E945B394C3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pic>
        <p:nvPicPr>
          <p:cNvPr id="12" name="MIO_AGENDA_IGNORE_CHAPTER_REFERENCE" descr="Schließen mit einfarbiger Füllung" hidden="1">
            <a:extLst>
              <a:ext uri="{FF2B5EF4-FFF2-40B4-BE49-F238E27FC236}">
                <a16:creationId xmlns:a16="http://schemas.microsoft.com/office/drawing/2014/main" id="{E5083936-085C-48AA-540F-DA08BAD5EE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pic>
        <p:nvPicPr>
          <p:cNvPr id="13" name="MIO_AGENDA_IGNORE_NAVIGATION" descr="Schließen mit einfarbiger Füllung" hidden="1">
            <a:extLst>
              <a:ext uri="{FF2B5EF4-FFF2-40B4-BE49-F238E27FC236}">
                <a16:creationId xmlns:a16="http://schemas.microsoft.com/office/drawing/2014/main" id="{91DF28A4-A76B-1B84-FFC1-3596AF8A00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FC7B165-BDDA-78D9-22D2-E6CC395C0C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425" y="1202233"/>
            <a:ext cx="9288001" cy="635639"/>
          </a:xfrm>
        </p:spPr>
        <p:txBody>
          <a:bodyPr/>
          <a:lstStyle>
            <a:lvl1pPr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E.ON Logo">
            <a:extLst>
              <a:ext uri="{FF2B5EF4-FFF2-40B4-BE49-F238E27FC236}">
                <a16:creationId xmlns:a16="http://schemas.microsoft.com/office/drawing/2014/main" id="{404EC8AB-7FB9-DD09-32D3-29B6F4B7B61F}"/>
              </a:ext>
            </a:extLst>
          </p:cNvPr>
          <p:cNvSpPr/>
          <p:nvPr userDrawn="1"/>
        </p:nvSpPr>
        <p:spPr>
          <a:xfrm>
            <a:off x="479425" y="5891141"/>
            <a:ext cx="1646555" cy="454095"/>
          </a:xfrm>
          <a:custGeom>
            <a:avLst/>
            <a:gdLst>
              <a:gd name="connsiteX0" fmla="*/ 1202810 w 1761324"/>
              <a:gd name="connsiteY0" fmla="*/ 180152 h 485747"/>
              <a:gd name="connsiteX1" fmla="*/ 1141362 w 1761324"/>
              <a:gd name="connsiteY1" fmla="*/ 352260 h 485747"/>
              <a:gd name="connsiteX2" fmla="*/ 957018 w 1761324"/>
              <a:gd name="connsiteY2" fmla="*/ 475637 h 485747"/>
              <a:gd name="connsiteX3" fmla="*/ 731528 w 1761324"/>
              <a:gd name="connsiteY3" fmla="*/ 367812 h 485747"/>
              <a:gd name="connsiteX4" fmla="*/ 793529 w 1761324"/>
              <a:gd name="connsiteY4" fmla="*/ 213329 h 485747"/>
              <a:gd name="connsiteX5" fmla="*/ 1135331 w 1761324"/>
              <a:gd name="connsiteY5" fmla="*/ 103429 h 485747"/>
              <a:gd name="connsiteX6" fmla="*/ 1202810 w 1761324"/>
              <a:gd name="connsiteY6" fmla="*/ 180151 h 485747"/>
              <a:gd name="connsiteX7" fmla="*/ 1202810 w 1761324"/>
              <a:gd name="connsiteY7" fmla="*/ 180152 h 485747"/>
              <a:gd name="connsiteX8" fmla="*/ 994873 w 1761324"/>
              <a:gd name="connsiteY8" fmla="*/ 185336 h 485747"/>
              <a:gd name="connsiteX9" fmla="*/ 911486 w 1761324"/>
              <a:gd name="connsiteY9" fmla="*/ 314417 h 485747"/>
              <a:gd name="connsiteX10" fmla="*/ 920810 w 1761324"/>
              <a:gd name="connsiteY10" fmla="*/ 388547 h 485747"/>
              <a:gd name="connsiteX11" fmla="*/ 1017374 w 1761324"/>
              <a:gd name="connsiteY11" fmla="*/ 270871 h 485747"/>
              <a:gd name="connsiteX12" fmla="*/ 1027243 w 1761324"/>
              <a:gd name="connsiteY12" fmla="*/ 198814 h 485747"/>
              <a:gd name="connsiteX13" fmla="*/ 994873 w 1761324"/>
              <a:gd name="connsiteY13" fmla="*/ 185337 h 485747"/>
              <a:gd name="connsiteX14" fmla="*/ 994873 w 1761324"/>
              <a:gd name="connsiteY14" fmla="*/ 185336 h 485747"/>
              <a:gd name="connsiteX15" fmla="*/ 556517 w 1761324"/>
              <a:gd name="connsiteY15" fmla="*/ 188965 h 485747"/>
              <a:gd name="connsiteX16" fmla="*/ 317310 w 1761324"/>
              <a:gd name="connsiteY16" fmla="*/ 319601 h 485747"/>
              <a:gd name="connsiteX17" fmla="*/ 173567 w 1761324"/>
              <a:gd name="connsiteY17" fmla="*/ 316492 h 485747"/>
              <a:gd name="connsiteX18" fmla="*/ 220751 w 1761324"/>
              <a:gd name="connsiteY18" fmla="*/ 392177 h 485747"/>
              <a:gd name="connsiteX19" fmla="*/ 368883 w 1761324"/>
              <a:gd name="connsiteY19" fmla="*/ 371439 h 485747"/>
              <a:gd name="connsiteX20" fmla="*/ 536766 w 1761324"/>
              <a:gd name="connsiteY20" fmla="*/ 417060 h 485747"/>
              <a:gd name="connsiteX21" fmla="*/ 397410 w 1761324"/>
              <a:gd name="connsiteY21" fmla="*/ 478231 h 485747"/>
              <a:gd name="connsiteX22" fmla="*/ 22692 w 1761324"/>
              <a:gd name="connsiteY22" fmla="*/ 223697 h 485747"/>
              <a:gd name="connsiteX23" fmla="*/ 402897 w 1761324"/>
              <a:gd name="connsiteY23" fmla="*/ 5453 h 485747"/>
              <a:gd name="connsiteX24" fmla="*/ 441303 w 1761324"/>
              <a:gd name="connsiteY24" fmla="*/ 269 h 485747"/>
              <a:gd name="connsiteX25" fmla="*/ 556517 w 1761324"/>
              <a:gd name="connsiteY25" fmla="*/ 188966 h 485747"/>
              <a:gd name="connsiteX26" fmla="*/ 556517 w 1761324"/>
              <a:gd name="connsiteY26" fmla="*/ 188965 h 485747"/>
              <a:gd name="connsiteX27" fmla="*/ 413323 w 1761324"/>
              <a:gd name="connsiteY27" fmla="*/ 177560 h 485747"/>
              <a:gd name="connsiteX28" fmla="*/ 409481 w 1761324"/>
              <a:gd name="connsiteY28" fmla="*/ 138680 h 485747"/>
              <a:gd name="connsiteX29" fmla="*/ 217459 w 1761324"/>
              <a:gd name="connsiteY29" fmla="*/ 221624 h 485747"/>
              <a:gd name="connsiteX30" fmla="*/ 220202 w 1761324"/>
              <a:gd name="connsiteY30" fmla="*/ 226290 h 485747"/>
              <a:gd name="connsiteX31" fmla="*/ 377660 w 1761324"/>
              <a:gd name="connsiteY31" fmla="*/ 225771 h 485747"/>
              <a:gd name="connsiteX32" fmla="*/ 413323 w 1761324"/>
              <a:gd name="connsiteY32" fmla="*/ 177560 h 485747"/>
              <a:gd name="connsiteX33" fmla="*/ 413323 w 1761324"/>
              <a:gd name="connsiteY33" fmla="*/ 177560 h 485747"/>
              <a:gd name="connsiteX34" fmla="*/ 717816 w 1761324"/>
              <a:gd name="connsiteY34" fmla="*/ 250654 h 485747"/>
              <a:gd name="connsiteX35" fmla="*/ 684348 w 1761324"/>
              <a:gd name="connsiteY35" fmla="*/ 320118 h 485747"/>
              <a:gd name="connsiteX36" fmla="*/ 586143 w 1761324"/>
              <a:gd name="connsiteY36" fmla="*/ 286942 h 485747"/>
              <a:gd name="connsiteX37" fmla="*/ 696419 w 1761324"/>
              <a:gd name="connsiteY37" fmla="*/ 224216 h 485747"/>
              <a:gd name="connsiteX38" fmla="*/ 717816 w 1761324"/>
              <a:gd name="connsiteY38" fmla="*/ 250654 h 485747"/>
              <a:gd name="connsiteX39" fmla="*/ 717816 w 1761324"/>
              <a:gd name="connsiteY39" fmla="*/ 250654 h 485747"/>
              <a:gd name="connsiteX40" fmla="*/ 1761317 w 1761324"/>
              <a:gd name="connsiteY40" fmla="*/ 180670 h 485747"/>
              <a:gd name="connsiteX41" fmla="*/ 1754740 w 1761324"/>
              <a:gd name="connsiteY41" fmla="*/ 224216 h 485747"/>
              <a:gd name="connsiteX42" fmla="*/ 1674638 w 1761324"/>
              <a:gd name="connsiteY42" fmla="*/ 465271 h 485747"/>
              <a:gd name="connsiteX43" fmla="*/ 1566550 w 1761324"/>
              <a:gd name="connsiteY43" fmla="*/ 460605 h 485747"/>
              <a:gd name="connsiteX44" fmla="*/ 1592889 w 1761324"/>
              <a:gd name="connsiteY44" fmla="*/ 363664 h 485747"/>
              <a:gd name="connsiteX45" fmla="*/ 1608797 w 1761324"/>
              <a:gd name="connsiteY45" fmla="*/ 227846 h 485747"/>
              <a:gd name="connsiteX46" fmla="*/ 1573689 w 1761324"/>
              <a:gd name="connsiteY46" fmla="*/ 232511 h 485747"/>
              <a:gd name="connsiteX47" fmla="*/ 1288943 w 1761324"/>
              <a:gd name="connsiteY47" fmla="*/ 463715 h 485747"/>
              <a:gd name="connsiteX48" fmla="*/ 1190194 w 1761324"/>
              <a:gd name="connsiteY48" fmla="*/ 459569 h 485747"/>
              <a:gd name="connsiteX49" fmla="*/ 1189094 w 1761324"/>
              <a:gd name="connsiteY49" fmla="*/ 446608 h 485747"/>
              <a:gd name="connsiteX50" fmla="*/ 1305951 w 1761324"/>
              <a:gd name="connsiteY50" fmla="*/ 131941 h 485747"/>
              <a:gd name="connsiteX51" fmla="*/ 1407454 w 1761324"/>
              <a:gd name="connsiteY51" fmla="*/ 127795 h 485747"/>
              <a:gd name="connsiteX52" fmla="*/ 1439816 w 1761324"/>
              <a:gd name="connsiteY52" fmla="*/ 188966 h 485747"/>
              <a:gd name="connsiteX53" fmla="*/ 1758578 w 1761324"/>
              <a:gd name="connsiteY53" fmla="*/ 157863 h 485747"/>
              <a:gd name="connsiteX54" fmla="*/ 1761325 w 1761324"/>
              <a:gd name="connsiteY54" fmla="*/ 180670 h 485747"/>
              <a:gd name="connsiteX55" fmla="*/ 1761317 w 1761324"/>
              <a:gd name="connsiteY55" fmla="*/ 180670 h 485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761324" h="485747">
                <a:moveTo>
                  <a:pt x="1202810" y="180152"/>
                </a:moveTo>
                <a:cubicBezTo>
                  <a:pt x="1202810" y="234243"/>
                  <a:pt x="1167140" y="305309"/>
                  <a:pt x="1141362" y="352260"/>
                </a:cubicBezTo>
                <a:cubicBezTo>
                  <a:pt x="1100865" y="426143"/>
                  <a:pt x="1046092" y="470415"/>
                  <a:pt x="957018" y="475637"/>
                </a:cubicBezTo>
                <a:cubicBezTo>
                  <a:pt x="878293" y="480251"/>
                  <a:pt x="700356" y="493166"/>
                  <a:pt x="731528" y="367812"/>
                </a:cubicBezTo>
                <a:cubicBezTo>
                  <a:pt x="745049" y="313545"/>
                  <a:pt x="775084" y="265733"/>
                  <a:pt x="793529" y="213329"/>
                </a:cubicBezTo>
                <a:cubicBezTo>
                  <a:pt x="855493" y="96504"/>
                  <a:pt x="1011440" y="74234"/>
                  <a:pt x="1135331" y="103429"/>
                </a:cubicBezTo>
                <a:cubicBezTo>
                  <a:pt x="1177264" y="117845"/>
                  <a:pt x="1199585" y="137137"/>
                  <a:pt x="1202810" y="180151"/>
                </a:cubicBezTo>
                <a:lnTo>
                  <a:pt x="1202810" y="180152"/>
                </a:lnTo>
                <a:close/>
                <a:moveTo>
                  <a:pt x="994873" y="185336"/>
                </a:moveTo>
                <a:cubicBezTo>
                  <a:pt x="931196" y="185336"/>
                  <a:pt x="923436" y="269327"/>
                  <a:pt x="911486" y="314417"/>
                </a:cubicBezTo>
                <a:cubicBezTo>
                  <a:pt x="908478" y="331458"/>
                  <a:pt x="888290" y="388547"/>
                  <a:pt x="920810" y="388547"/>
                </a:cubicBezTo>
                <a:cubicBezTo>
                  <a:pt x="997372" y="403097"/>
                  <a:pt x="1004496" y="323748"/>
                  <a:pt x="1017374" y="270871"/>
                </a:cubicBezTo>
                <a:cubicBezTo>
                  <a:pt x="1022103" y="251418"/>
                  <a:pt x="1031494" y="218781"/>
                  <a:pt x="1027243" y="198814"/>
                </a:cubicBezTo>
                <a:cubicBezTo>
                  <a:pt x="1027243" y="183962"/>
                  <a:pt x="1005327" y="186329"/>
                  <a:pt x="994873" y="185337"/>
                </a:cubicBezTo>
                <a:lnTo>
                  <a:pt x="994873" y="185336"/>
                </a:lnTo>
                <a:close/>
                <a:moveTo>
                  <a:pt x="556517" y="188965"/>
                </a:moveTo>
                <a:cubicBezTo>
                  <a:pt x="548660" y="331215"/>
                  <a:pt x="442921" y="320145"/>
                  <a:pt x="317310" y="319601"/>
                </a:cubicBezTo>
                <a:cubicBezTo>
                  <a:pt x="269574" y="319415"/>
                  <a:pt x="220757" y="316492"/>
                  <a:pt x="173567" y="316492"/>
                </a:cubicBezTo>
                <a:cubicBezTo>
                  <a:pt x="156154" y="333179"/>
                  <a:pt x="206568" y="383798"/>
                  <a:pt x="220751" y="392177"/>
                </a:cubicBezTo>
                <a:cubicBezTo>
                  <a:pt x="269164" y="420674"/>
                  <a:pt x="329910" y="408438"/>
                  <a:pt x="368883" y="371439"/>
                </a:cubicBezTo>
                <a:cubicBezTo>
                  <a:pt x="389821" y="371439"/>
                  <a:pt x="614559" y="343684"/>
                  <a:pt x="536766" y="417060"/>
                </a:cubicBezTo>
                <a:cubicBezTo>
                  <a:pt x="499114" y="448714"/>
                  <a:pt x="445844" y="467411"/>
                  <a:pt x="397410" y="478231"/>
                </a:cubicBezTo>
                <a:cubicBezTo>
                  <a:pt x="243304" y="512666"/>
                  <a:pt x="-89584" y="428957"/>
                  <a:pt x="22692" y="223697"/>
                </a:cubicBezTo>
                <a:cubicBezTo>
                  <a:pt x="99444" y="104339"/>
                  <a:pt x="265683" y="39072"/>
                  <a:pt x="402897" y="5453"/>
                </a:cubicBezTo>
                <a:cubicBezTo>
                  <a:pt x="415674" y="3038"/>
                  <a:pt x="428296" y="1180"/>
                  <a:pt x="441303" y="269"/>
                </a:cubicBezTo>
                <a:cubicBezTo>
                  <a:pt x="538928" y="-6619"/>
                  <a:pt x="556517" y="120689"/>
                  <a:pt x="556517" y="188966"/>
                </a:cubicBezTo>
                <a:lnTo>
                  <a:pt x="556517" y="188965"/>
                </a:lnTo>
                <a:close/>
                <a:moveTo>
                  <a:pt x="413323" y="177560"/>
                </a:moveTo>
                <a:cubicBezTo>
                  <a:pt x="413323" y="164695"/>
                  <a:pt x="413880" y="151090"/>
                  <a:pt x="409481" y="138680"/>
                </a:cubicBezTo>
                <a:cubicBezTo>
                  <a:pt x="394414" y="81319"/>
                  <a:pt x="236313" y="203809"/>
                  <a:pt x="217459" y="221624"/>
                </a:cubicBezTo>
                <a:cubicBezTo>
                  <a:pt x="215092" y="226128"/>
                  <a:pt x="216881" y="224732"/>
                  <a:pt x="220202" y="226290"/>
                </a:cubicBezTo>
                <a:cubicBezTo>
                  <a:pt x="272671" y="226290"/>
                  <a:pt x="325263" y="225771"/>
                  <a:pt x="377660" y="225771"/>
                </a:cubicBezTo>
                <a:cubicBezTo>
                  <a:pt x="412167" y="220389"/>
                  <a:pt x="413323" y="210466"/>
                  <a:pt x="413323" y="177560"/>
                </a:cubicBezTo>
                <a:lnTo>
                  <a:pt x="413323" y="177560"/>
                </a:lnTo>
                <a:close/>
                <a:moveTo>
                  <a:pt x="717816" y="250654"/>
                </a:moveTo>
                <a:cubicBezTo>
                  <a:pt x="705920" y="273291"/>
                  <a:pt x="708578" y="302987"/>
                  <a:pt x="684348" y="320118"/>
                </a:cubicBezTo>
                <a:cubicBezTo>
                  <a:pt x="651212" y="343544"/>
                  <a:pt x="567745" y="343608"/>
                  <a:pt x="586143" y="286942"/>
                </a:cubicBezTo>
                <a:cubicBezTo>
                  <a:pt x="603559" y="233072"/>
                  <a:pt x="636487" y="210160"/>
                  <a:pt x="696419" y="224216"/>
                </a:cubicBezTo>
                <a:cubicBezTo>
                  <a:pt x="711038" y="228842"/>
                  <a:pt x="714490" y="237992"/>
                  <a:pt x="717816" y="250654"/>
                </a:cubicBezTo>
                <a:lnTo>
                  <a:pt x="717816" y="250654"/>
                </a:lnTo>
                <a:close/>
                <a:moveTo>
                  <a:pt x="1761317" y="180670"/>
                </a:moveTo>
                <a:cubicBezTo>
                  <a:pt x="1761317" y="195172"/>
                  <a:pt x="1758099" y="210123"/>
                  <a:pt x="1754740" y="224216"/>
                </a:cubicBezTo>
                <a:cubicBezTo>
                  <a:pt x="1734933" y="306930"/>
                  <a:pt x="1702997" y="385622"/>
                  <a:pt x="1674638" y="465271"/>
                </a:cubicBezTo>
                <a:cubicBezTo>
                  <a:pt x="1648613" y="489859"/>
                  <a:pt x="1594513" y="476470"/>
                  <a:pt x="1566550" y="460605"/>
                </a:cubicBezTo>
                <a:cubicBezTo>
                  <a:pt x="1552565" y="447389"/>
                  <a:pt x="1587337" y="379960"/>
                  <a:pt x="1592889" y="363664"/>
                </a:cubicBezTo>
                <a:cubicBezTo>
                  <a:pt x="1601412" y="338636"/>
                  <a:pt x="1647962" y="246346"/>
                  <a:pt x="1608797" y="227846"/>
                </a:cubicBezTo>
                <a:cubicBezTo>
                  <a:pt x="1596204" y="227846"/>
                  <a:pt x="1586185" y="229404"/>
                  <a:pt x="1573689" y="232511"/>
                </a:cubicBezTo>
                <a:cubicBezTo>
                  <a:pt x="1456495" y="271279"/>
                  <a:pt x="1373310" y="383999"/>
                  <a:pt x="1288943" y="463715"/>
                </a:cubicBezTo>
                <a:cubicBezTo>
                  <a:pt x="1252375" y="481114"/>
                  <a:pt x="1226118" y="476662"/>
                  <a:pt x="1190194" y="459569"/>
                </a:cubicBezTo>
                <a:cubicBezTo>
                  <a:pt x="1186624" y="456202"/>
                  <a:pt x="1188353" y="450850"/>
                  <a:pt x="1189094" y="446608"/>
                </a:cubicBezTo>
                <a:cubicBezTo>
                  <a:pt x="1216278" y="339317"/>
                  <a:pt x="1259274" y="232942"/>
                  <a:pt x="1305951" y="131941"/>
                </a:cubicBezTo>
                <a:cubicBezTo>
                  <a:pt x="1313291" y="111320"/>
                  <a:pt x="1388747" y="118961"/>
                  <a:pt x="1407454" y="127795"/>
                </a:cubicBezTo>
                <a:cubicBezTo>
                  <a:pt x="1407454" y="150635"/>
                  <a:pt x="1404917" y="188966"/>
                  <a:pt x="1439816" y="188966"/>
                </a:cubicBezTo>
                <a:cubicBezTo>
                  <a:pt x="1518130" y="180810"/>
                  <a:pt x="1710008" y="20195"/>
                  <a:pt x="1758578" y="157863"/>
                </a:cubicBezTo>
                <a:cubicBezTo>
                  <a:pt x="1759955" y="165636"/>
                  <a:pt x="1761325" y="172682"/>
                  <a:pt x="1761325" y="180670"/>
                </a:cubicBezTo>
                <a:lnTo>
                  <a:pt x="1761317" y="180670"/>
                </a:lnTo>
                <a:close/>
              </a:path>
            </a:pathLst>
          </a:custGeom>
          <a:solidFill>
            <a:schemeClr val="bg1"/>
          </a:solidFill>
          <a:ln w="7461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65157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chart with large Im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mage">
            <a:extLst>
              <a:ext uri="{FF2B5EF4-FFF2-40B4-BE49-F238E27FC236}">
                <a16:creationId xmlns:a16="http://schemas.microsoft.com/office/drawing/2014/main" id="{80AC49D3-6A5A-9774-4531-1B486B7E76B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  <a:solidFill>
            <a:srgbClr val="999999"/>
          </a:solidFill>
        </p:spPr>
        <p:txBody>
          <a:bodyPr vert="horz" lIns="0" tIns="0" rIns="0" bIns="0" rtlCol="0" anchor="ctr" anchorCtr="0">
            <a:noAutofit/>
          </a:bodyPr>
          <a:lstStyle>
            <a:lvl1pPr algn="ctr">
              <a:defRPr lang="de-DE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D89DC9A-FBE8-D440-F9E1-B90DCE3E7EC9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>
              <a:defRPr sz="100">
                <a:noFill/>
              </a:defRPr>
            </a:lvl1pPr>
          </a:lstStyle>
          <a:p>
            <a:fld id="{E1661ABF-B6C1-304A-B785-E576099AC068}" type="datetime1">
              <a:rPr lang="de-DE" smtClean="0"/>
              <a:t>06.10.26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57627D1-B40C-E389-8DD5-0DD1E92EA48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>
              <a:defRPr sz="100">
                <a:noFill/>
              </a:defRPr>
            </a:lvl1pPr>
          </a:lstStyle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65A4D41-9BDD-B66B-9FB7-CE532CA1E3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>
              <a:defRPr sz="100">
                <a:noFill/>
              </a:defRPr>
            </a:lvl1pPr>
          </a:lstStyle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9" name="Contact information">
            <a:extLst>
              <a:ext uri="{FF2B5EF4-FFF2-40B4-BE49-F238E27FC236}">
                <a16:creationId xmlns:a16="http://schemas.microsoft.com/office/drawing/2014/main" id="{711219D6-CE9D-0F40-A923-24FB0FE247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0000" y="3212976"/>
            <a:ext cx="5436000" cy="235385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e-DE" dirty="0"/>
              <a:t>Edit </a:t>
            </a:r>
            <a:r>
              <a:rPr lang="de-DE" dirty="0" err="1"/>
              <a:t>contact</a:t>
            </a:r>
            <a:r>
              <a:rPr lang="de-DE" dirty="0"/>
              <a:t> Information</a:t>
            </a:r>
          </a:p>
        </p:txBody>
      </p:sp>
      <p:sp>
        <p:nvSpPr>
          <p:cNvPr id="8" name="Name">
            <a:extLst>
              <a:ext uri="{FF2B5EF4-FFF2-40B4-BE49-F238E27FC236}">
                <a16:creationId xmlns:a16="http://schemas.microsoft.com/office/drawing/2014/main" id="{33495D4A-F00D-763A-E57E-AF2EFD0C603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2865600"/>
            <a:ext cx="5436000" cy="302647"/>
          </a:xfrm>
        </p:spPr>
        <p:txBody>
          <a:bodyPr>
            <a:noAutofit/>
          </a:bodyPr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Edit </a:t>
            </a:r>
            <a:r>
              <a:rPr lang="de-DE" dirty="0" err="1"/>
              <a:t>name</a:t>
            </a:r>
            <a:endParaRPr lang="de-DE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9906940-4A55-7491-73FA-F7C757B94F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000" y="512763"/>
            <a:ext cx="11232575" cy="68947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800">
                <a:solidFill>
                  <a:schemeClr val="bg1"/>
                </a:solidFill>
                <a:latin typeface="EON Office Head" pitchFamily="2" charset="0"/>
                <a:cs typeface="EON Office Head" pitchFamily="2" charset="0"/>
              </a:defRPr>
            </a:lvl1pPr>
          </a:lstStyle>
          <a:p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closing</a:t>
            </a:r>
            <a:r>
              <a:rPr lang="de-DE" dirty="0"/>
              <a:t> </a:t>
            </a:r>
            <a:r>
              <a:rPr lang="de-DE" dirty="0" err="1"/>
              <a:t>statement</a:t>
            </a:r>
            <a:endParaRPr lang="de-DE" dirty="0"/>
          </a:p>
        </p:txBody>
      </p:sp>
      <p:pic>
        <p:nvPicPr>
          <p:cNvPr id="6" name="MIO_AGENDA_LAST_SLIDE" descr="Schließen mit einfarbiger Füllung" hidden="1">
            <a:extLst>
              <a:ext uri="{FF2B5EF4-FFF2-40B4-BE49-F238E27FC236}">
                <a16:creationId xmlns:a16="http://schemas.microsoft.com/office/drawing/2014/main" id="{69DA9C75-51A0-D606-2C11-77CC23F8A7A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pic>
        <p:nvPicPr>
          <p:cNvPr id="10" name="MIO_AGENDA_IGNORE_CHAPTER_REFERENCE" descr="Schließen mit einfarbiger Füllung" hidden="1">
            <a:extLst>
              <a:ext uri="{FF2B5EF4-FFF2-40B4-BE49-F238E27FC236}">
                <a16:creationId xmlns:a16="http://schemas.microsoft.com/office/drawing/2014/main" id="{562B9F09-1353-EC0F-B9A1-A281ABA9ED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pic>
        <p:nvPicPr>
          <p:cNvPr id="11" name="MIO_AGENDA_IGNORE_NAVIGATION" descr="Schließen mit einfarbiger Füllung" hidden="1">
            <a:extLst>
              <a:ext uri="{FF2B5EF4-FFF2-40B4-BE49-F238E27FC236}">
                <a16:creationId xmlns:a16="http://schemas.microsoft.com/office/drawing/2014/main" id="{04437E0E-F58E-840C-4CA1-5A20337C18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23D6592-F4E3-3941-7D9D-531EB3FA89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425" y="1202233"/>
            <a:ext cx="11233150" cy="679907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platzhalter 10">
            <a:extLst>
              <a:ext uri="{FF2B5EF4-FFF2-40B4-BE49-F238E27FC236}">
                <a16:creationId xmlns:a16="http://schemas.microsoft.com/office/drawing/2014/main" id="{BE398898-6226-AF23-EBB4-8146744ED0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5" y="5891142"/>
            <a:ext cx="1646555" cy="454095"/>
          </a:xfrm>
          <a:custGeom>
            <a:avLst/>
            <a:gdLst>
              <a:gd name="connsiteX0" fmla="*/ 738049 w 1980551"/>
              <a:gd name="connsiteY0" fmla="*/ 247957 h 546206"/>
              <a:gd name="connsiteX1" fmla="*/ 783101 w 1980551"/>
              <a:gd name="connsiteY1" fmla="*/ 252123 h 546206"/>
              <a:gd name="connsiteX2" fmla="*/ 807161 w 1980551"/>
              <a:gd name="connsiteY2" fmla="*/ 281851 h 546206"/>
              <a:gd name="connsiteX3" fmla="*/ 769527 w 1980551"/>
              <a:gd name="connsiteY3" fmla="*/ 359961 h 546206"/>
              <a:gd name="connsiteX4" fmla="*/ 659099 w 1980551"/>
              <a:gd name="connsiteY4" fmla="*/ 322656 h 546206"/>
              <a:gd name="connsiteX5" fmla="*/ 738049 w 1980551"/>
              <a:gd name="connsiteY5" fmla="*/ 247957 h 546206"/>
              <a:gd name="connsiteX6" fmla="*/ 625785 w 1980551"/>
              <a:gd name="connsiteY6" fmla="*/ 212484 h 546206"/>
              <a:gd name="connsiteX7" fmla="*/ 625785 w 1980551"/>
              <a:gd name="connsiteY7" fmla="*/ 212485 h 546206"/>
              <a:gd name="connsiteX8" fmla="*/ 625785 w 1980551"/>
              <a:gd name="connsiteY8" fmla="*/ 212484 h 546206"/>
              <a:gd name="connsiteX9" fmla="*/ 1118702 w 1980551"/>
              <a:gd name="connsiteY9" fmla="*/ 208403 h 546206"/>
              <a:gd name="connsiteX10" fmla="*/ 1024936 w 1980551"/>
              <a:gd name="connsiteY10" fmla="*/ 353550 h 546206"/>
              <a:gd name="connsiteX11" fmla="*/ 1035421 w 1980551"/>
              <a:gd name="connsiteY11" fmla="*/ 436907 h 546206"/>
              <a:gd name="connsiteX12" fmla="*/ 1144003 w 1980551"/>
              <a:gd name="connsiteY12" fmla="*/ 304584 h 546206"/>
              <a:gd name="connsiteX13" fmla="*/ 1155101 w 1980551"/>
              <a:gd name="connsiteY13" fmla="*/ 223559 h 546206"/>
              <a:gd name="connsiteX14" fmla="*/ 1118702 w 1980551"/>
              <a:gd name="connsiteY14" fmla="*/ 208404 h 546206"/>
              <a:gd name="connsiteX15" fmla="*/ 422544 w 1980551"/>
              <a:gd name="connsiteY15" fmla="*/ 140485 h 546206"/>
              <a:gd name="connsiteX16" fmla="*/ 244526 w 1980551"/>
              <a:gd name="connsiteY16" fmla="*/ 249208 h 546206"/>
              <a:gd name="connsiteX17" fmla="*/ 247611 w 1980551"/>
              <a:gd name="connsiteY17" fmla="*/ 254455 h 546206"/>
              <a:gd name="connsiteX18" fmla="*/ 424667 w 1980551"/>
              <a:gd name="connsiteY18" fmla="*/ 253871 h 546206"/>
              <a:gd name="connsiteX19" fmla="*/ 464769 w 1980551"/>
              <a:gd name="connsiteY19" fmla="*/ 199659 h 546206"/>
              <a:gd name="connsiteX20" fmla="*/ 460448 w 1980551"/>
              <a:gd name="connsiteY20" fmla="*/ 155940 h 546206"/>
              <a:gd name="connsiteX21" fmla="*/ 422544 w 1980551"/>
              <a:gd name="connsiteY21" fmla="*/ 140485 h 546206"/>
              <a:gd name="connsiteX22" fmla="*/ 1910799 w 1980551"/>
              <a:gd name="connsiteY22" fmla="*/ 116378 h 546206"/>
              <a:gd name="connsiteX23" fmla="*/ 1977462 w 1980551"/>
              <a:gd name="connsiteY23" fmla="*/ 177511 h 546206"/>
              <a:gd name="connsiteX24" fmla="*/ 1980551 w 1980551"/>
              <a:gd name="connsiteY24" fmla="*/ 203157 h 546206"/>
              <a:gd name="connsiteX25" fmla="*/ 1980542 w 1980551"/>
              <a:gd name="connsiteY25" fmla="*/ 203157 h 546206"/>
              <a:gd name="connsiteX26" fmla="*/ 1973147 w 1980551"/>
              <a:gd name="connsiteY26" fmla="*/ 252123 h 546206"/>
              <a:gd name="connsiteX27" fmla="*/ 1883075 w 1980551"/>
              <a:gd name="connsiteY27" fmla="*/ 523181 h 546206"/>
              <a:gd name="connsiteX28" fmla="*/ 1761533 w 1980551"/>
              <a:gd name="connsiteY28" fmla="*/ 517934 h 546206"/>
              <a:gd name="connsiteX29" fmla="*/ 1791151 w 1980551"/>
              <a:gd name="connsiteY29" fmla="*/ 408927 h 546206"/>
              <a:gd name="connsiteX30" fmla="*/ 1809039 w 1980551"/>
              <a:gd name="connsiteY30" fmla="*/ 256204 h 546206"/>
              <a:gd name="connsiteX31" fmla="*/ 1769561 w 1980551"/>
              <a:gd name="connsiteY31" fmla="*/ 261450 h 546206"/>
              <a:gd name="connsiteX32" fmla="*/ 1449374 w 1980551"/>
              <a:gd name="connsiteY32" fmla="*/ 521431 h 546206"/>
              <a:gd name="connsiteX33" fmla="*/ 1338334 w 1980551"/>
              <a:gd name="connsiteY33" fmla="*/ 516769 h 546206"/>
              <a:gd name="connsiteX34" fmla="*/ 1337097 w 1980551"/>
              <a:gd name="connsiteY34" fmla="*/ 502195 h 546206"/>
              <a:gd name="connsiteX35" fmla="*/ 1468499 w 1980551"/>
              <a:gd name="connsiteY35" fmla="*/ 148362 h 546206"/>
              <a:gd name="connsiteX36" fmla="*/ 1582635 w 1980551"/>
              <a:gd name="connsiteY36" fmla="*/ 143700 h 546206"/>
              <a:gd name="connsiteX37" fmla="*/ 1619025 w 1980551"/>
              <a:gd name="connsiteY37" fmla="*/ 212485 h 546206"/>
              <a:gd name="connsiteX38" fmla="*/ 1910799 w 1980551"/>
              <a:gd name="connsiteY38" fmla="*/ 116378 h 546206"/>
              <a:gd name="connsiteX39" fmla="*/ 1167615 w 1980551"/>
              <a:gd name="connsiteY39" fmla="*/ 103288 h 546206"/>
              <a:gd name="connsiteX40" fmla="*/ 1276642 w 1980551"/>
              <a:gd name="connsiteY40" fmla="*/ 116302 h 546206"/>
              <a:gd name="connsiteX41" fmla="*/ 1352520 w 1980551"/>
              <a:gd name="connsiteY41" fmla="*/ 202573 h 546206"/>
              <a:gd name="connsiteX42" fmla="*/ 1352520 w 1980551"/>
              <a:gd name="connsiteY42" fmla="*/ 202574 h 546206"/>
              <a:gd name="connsiteX43" fmla="*/ 1283424 w 1980551"/>
              <a:gd name="connsiteY43" fmla="*/ 396104 h 546206"/>
              <a:gd name="connsiteX44" fmla="*/ 1076135 w 1980551"/>
              <a:gd name="connsiteY44" fmla="*/ 534837 h 546206"/>
              <a:gd name="connsiteX45" fmla="*/ 822579 w 1980551"/>
              <a:gd name="connsiteY45" fmla="*/ 413591 h 546206"/>
              <a:gd name="connsiteX46" fmla="*/ 892297 w 1980551"/>
              <a:gd name="connsiteY46" fmla="*/ 239880 h 546206"/>
              <a:gd name="connsiteX47" fmla="*/ 1167615 w 1980551"/>
              <a:gd name="connsiteY47" fmla="*/ 103288 h 546206"/>
              <a:gd name="connsiteX48" fmla="*/ 496231 w 1980551"/>
              <a:gd name="connsiteY48" fmla="*/ 302 h 546206"/>
              <a:gd name="connsiteX49" fmla="*/ 620979 w 1980551"/>
              <a:gd name="connsiteY49" fmla="*/ 145853 h 546206"/>
              <a:gd name="connsiteX50" fmla="*/ 625785 w 1980551"/>
              <a:gd name="connsiteY50" fmla="*/ 212484 h 546206"/>
              <a:gd name="connsiteX51" fmla="*/ 617484 w 1980551"/>
              <a:gd name="connsiteY51" fmla="*/ 264746 h 546206"/>
              <a:gd name="connsiteX52" fmla="*/ 356805 w 1980551"/>
              <a:gd name="connsiteY52" fmla="*/ 359380 h 546206"/>
              <a:gd name="connsiteX53" fmla="*/ 195171 w 1980551"/>
              <a:gd name="connsiteY53" fmla="*/ 355884 h 546206"/>
              <a:gd name="connsiteX54" fmla="*/ 248228 w 1980551"/>
              <a:gd name="connsiteY54" fmla="*/ 440989 h 546206"/>
              <a:gd name="connsiteX55" fmla="*/ 414797 w 1980551"/>
              <a:gd name="connsiteY55" fmla="*/ 417670 h 546206"/>
              <a:gd name="connsiteX56" fmla="*/ 603576 w 1980551"/>
              <a:gd name="connsiteY56" fmla="*/ 468969 h 546206"/>
              <a:gd name="connsiteX57" fmla="*/ 446875 w 1980551"/>
              <a:gd name="connsiteY57" fmla="*/ 537754 h 546206"/>
              <a:gd name="connsiteX58" fmla="*/ 25517 w 1980551"/>
              <a:gd name="connsiteY58" fmla="*/ 251539 h 546206"/>
              <a:gd name="connsiteX59" fmla="*/ 453045 w 1980551"/>
              <a:gd name="connsiteY59" fmla="*/ 6131 h 546206"/>
              <a:gd name="connsiteX60" fmla="*/ 496231 w 1980551"/>
              <a:gd name="connsiteY60" fmla="*/ 302 h 546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980551" h="546206">
                <a:moveTo>
                  <a:pt x="738049" y="247957"/>
                </a:moveTo>
                <a:cubicBezTo>
                  <a:pt x="751303" y="246818"/>
                  <a:pt x="766253" y="248171"/>
                  <a:pt x="783101" y="252123"/>
                </a:cubicBezTo>
                <a:cubicBezTo>
                  <a:pt x="799539" y="257324"/>
                  <a:pt x="803421" y="267613"/>
                  <a:pt x="807161" y="281851"/>
                </a:cubicBezTo>
                <a:cubicBezTo>
                  <a:pt x="793784" y="307306"/>
                  <a:pt x="796773" y="340698"/>
                  <a:pt x="769527" y="359961"/>
                </a:cubicBezTo>
                <a:cubicBezTo>
                  <a:pt x="732267" y="386303"/>
                  <a:pt x="638411" y="386375"/>
                  <a:pt x="659099" y="322656"/>
                </a:cubicBezTo>
                <a:cubicBezTo>
                  <a:pt x="673787" y="277225"/>
                  <a:pt x="698286" y="251375"/>
                  <a:pt x="738049" y="247957"/>
                </a:cubicBezTo>
                <a:close/>
                <a:moveTo>
                  <a:pt x="625785" y="212484"/>
                </a:moveTo>
                <a:lnTo>
                  <a:pt x="625785" y="212485"/>
                </a:lnTo>
                <a:lnTo>
                  <a:pt x="625785" y="212484"/>
                </a:lnTo>
                <a:close/>
                <a:moveTo>
                  <a:pt x="1118702" y="208403"/>
                </a:moveTo>
                <a:cubicBezTo>
                  <a:pt x="1047099" y="208403"/>
                  <a:pt x="1038373" y="302848"/>
                  <a:pt x="1024936" y="353550"/>
                </a:cubicBezTo>
                <a:cubicBezTo>
                  <a:pt x="1021554" y="372712"/>
                  <a:pt x="998853" y="436907"/>
                  <a:pt x="1035421" y="436907"/>
                </a:cubicBezTo>
                <a:cubicBezTo>
                  <a:pt x="1121512" y="453268"/>
                  <a:pt x="1129523" y="364043"/>
                  <a:pt x="1144003" y="304584"/>
                </a:cubicBezTo>
                <a:cubicBezTo>
                  <a:pt x="1149321" y="282710"/>
                  <a:pt x="1159881" y="246011"/>
                  <a:pt x="1155101" y="223559"/>
                </a:cubicBezTo>
                <a:cubicBezTo>
                  <a:pt x="1155101" y="206858"/>
                  <a:pt x="1130457" y="209520"/>
                  <a:pt x="1118702" y="208404"/>
                </a:cubicBezTo>
                <a:close/>
                <a:moveTo>
                  <a:pt x="422544" y="140485"/>
                </a:moveTo>
                <a:cubicBezTo>
                  <a:pt x="364403" y="152951"/>
                  <a:pt x="260427" y="234184"/>
                  <a:pt x="244526" y="249208"/>
                </a:cubicBezTo>
                <a:cubicBezTo>
                  <a:pt x="241865" y="254272"/>
                  <a:pt x="243876" y="252703"/>
                  <a:pt x="247611" y="254455"/>
                </a:cubicBezTo>
                <a:cubicBezTo>
                  <a:pt x="306610" y="254455"/>
                  <a:pt x="365748" y="253871"/>
                  <a:pt x="424667" y="253871"/>
                </a:cubicBezTo>
                <a:cubicBezTo>
                  <a:pt x="463469" y="247819"/>
                  <a:pt x="464769" y="236661"/>
                  <a:pt x="464769" y="199659"/>
                </a:cubicBezTo>
                <a:cubicBezTo>
                  <a:pt x="464769" y="185193"/>
                  <a:pt x="465395" y="169895"/>
                  <a:pt x="460448" y="155940"/>
                </a:cubicBezTo>
                <a:cubicBezTo>
                  <a:pt x="456213" y="139815"/>
                  <a:pt x="441925" y="136330"/>
                  <a:pt x="422544" y="140485"/>
                </a:cubicBezTo>
                <a:close/>
                <a:moveTo>
                  <a:pt x="1910799" y="116378"/>
                </a:moveTo>
                <a:cubicBezTo>
                  <a:pt x="1940083" y="121072"/>
                  <a:pt x="1963808" y="138810"/>
                  <a:pt x="1977462" y="177511"/>
                </a:cubicBezTo>
                <a:cubicBezTo>
                  <a:pt x="1979011" y="186251"/>
                  <a:pt x="1980551" y="194174"/>
                  <a:pt x="1980551" y="203157"/>
                </a:cubicBezTo>
                <a:lnTo>
                  <a:pt x="1980542" y="203157"/>
                </a:lnTo>
                <a:cubicBezTo>
                  <a:pt x="1980542" y="219464"/>
                  <a:pt x="1976924" y="236275"/>
                  <a:pt x="1973147" y="252123"/>
                </a:cubicBezTo>
                <a:cubicBezTo>
                  <a:pt x="1950874" y="345132"/>
                  <a:pt x="1914963" y="433618"/>
                  <a:pt x="1883075" y="523181"/>
                </a:cubicBezTo>
                <a:cubicBezTo>
                  <a:pt x="1853810" y="550829"/>
                  <a:pt x="1792977" y="535774"/>
                  <a:pt x="1761533" y="517934"/>
                </a:cubicBezTo>
                <a:cubicBezTo>
                  <a:pt x="1745808" y="503073"/>
                  <a:pt x="1784907" y="427251"/>
                  <a:pt x="1791151" y="408927"/>
                </a:cubicBezTo>
                <a:cubicBezTo>
                  <a:pt x="1800734" y="380784"/>
                  <a:pt x="1853078" y="277007"/>
                  <a:pt x="1809039" y="256204"/>
                </a:cubicBezTo>
                <a:cubicBezTo>
                  <a:pt x="1794878" y="256204"/>
                  <a:pt x="1783612" y="257956"/>
                  <a:pt x="1769561" y="261450"/>
                </a:cubicBezTo>
                <a:cubicBezTo>
                  <a:pt x="1637780" y="305043"/>
                  <a:pt x="1544241" y="431793"/>
                  <a:pt x="1449374" y="521431"/>
                </a:cubicBezTo>
                <a:cubicBezTo>
                  <a:pt x="1408254" y="540996"/>
                  <a:pt x="1378729" y="535989"/>
                  <a:pt x="1338334" y="516769"/>
                </a:cubicBezTo>
                <a:cubicBezTo>
                  <a:pt x="1334319" y="512983"/>
                  <a:pt x="1336264" y="506965"/>
                  <a:pt x="1337097" y="502195"/>
                </a:cubicBezTo>
                <a:cubicBezTo>
                  <a:pt x="1367664" y="381550"/>
                  <a:pt x="1416012" y="261935"/>
                  <a:pt x="1468499" y="148362"/>
                </a:cubicBezTo>
                <a:cubicBezTo>
                  <a:pt x="1476752" y="125175"/>
                  <a:pt x="1561600" y="133767"/>
                  <a:pt x="1582635" y="143700"/>
                </a:cubicBezTo>
                <a:cubicBezTo>
                  <a:pt x="1582635" y="169383"/>
                  <a:pt x="1579782" y="212485"/>
                  <a:pt x="1619025" y="212485"/>
                </a:cubicBezTo>
                <a:cubicBezTo>
                  <a:pt x="1685071" y="205607"/>
                  <a:pt x="1822948" y="102296"/>
                  <a:pt x="1910799" y="116378"/>
                </a:cubicBezTo>
                <a:close/>
                <a:moveTo>
                  <a:pt x="1167615" y="103288"/>
                </a:moveTo>
                <a:cubicBezTo>
                  <a:pt x="1204734" y="103504"/>
                  <a:pt x="1241814" y="108095"/>
                  <a:pt x="1276642" y="116302"/>
                </a:cubicBezTo>
                <a:cubicBezTo>
                  <a:pt x="1323794" y="132512"/>
                  <a:pt x="1348894" y="154205"/>
                  <a:pt x="1352520" y="202573"/>
                </a:cubicBezTo>
                <a:lnTo>
                  <a:pt x="1352520" y="202574"/>
                </a:lnTo>
                <a:cubicBezTo>
                  <a:pt x="1352520" y="263398"/>
                  <a:pt x="1312410" y="343309"/>
                  <a:pt x="1283424" y="396104"/>
                </a:cubicBezTo>
                <a:cubicBezTo>
                  <a:pt x="1237886" y="479183"/>
                  <a:pt x="1176296" y="528965"/>
                  <a:pt x="1076135" y="534837"/>
                </a:cubicBezTo>
                <a:cubicBezTo>
                  <a:pt x="987612" y="540025"/>
                  <a:pt x="787527" y="554548"/>
                  <a:pt x="822579" y="413591"/>
                </a:cubicBezTo>
                <a:cubicBezTo>
                  <a:pt x="837783" y="352570"/>
                  <a:pt x="871557" y="298807"/>
                  <a:pt x="892297" y="239880"/>
                </a:cubicBezTo>
                <a:cubicBezTo>
                  <a:pt x="944555" y="141356"/>
                  <a:pt x="1056258" y="102639"/>
                  <a:pt x="1167615" y="103288"/>
                </a:cubicBezTo>
                <a:close/>
                <a:moveTo>
                  <a:pt x="496231" y="302"/>
                </a:moveTo>
                <a:cubicBezTo>
                  <a:pt x="578563" y="-5507"/>
                  <a:pt x="610271" y="73564"/>
                  <a:pt x="620979" y="145853"/>
                </a:cubicBezTo>
                <a:lnTo>
                  <a:pt x="625785" y="212484"/>
                </a:lnTo>
                <a:lnTo>
                  <a:pt x="617484" y="264746"/>
                </a:lnTo>
                <a:cubicBezTo>
                  <a:pt x="586877" y="369512"/>
                  <a:pt x="480395" y="359915"/>
                  <a:pt x="356805" y="359380"/>
                </a:cubicBezTo>
                <a:cubicBezTo>
                  <a:pt x="303128" y="359171"/>
                  <a:pt x="248235" y="355884"/>
                  <a:pt x="195171" y="355884"/>
                </a:cubicBezTo>
                <a:cubicBezTo>
                  <a:pt x="175591" y="374648"/>
                  <a:pt x="232280" y="431567"/>
                  <a:pt x="248228" y="440989"/>
                </a:cubicBezTo>
                <a:cubicBezTo>
                  <a:pt x="302667" y="473033"/>
                  <a:pt x="370974" y="459274"/>
                  <a:pt x="414797" y="417670"/>
                </a:cubicBezTo>
                <a:cubicBezTo>
                  <a:pt x="438341" y="417670"/>
                  <a:pt x="691052" y="386460"/>
                  <a:pt x="603576" y="468969"/>
                </a:cubicBezTo>
                <a:cubicBezTo>
                  <a:pt x="561238" y="504563"/>
                  <a:pt x="501337" y="525587"/>
                  <a:pt x="446875" y="537754"/>
                </a:cubicBezTo>
                <a:cubicBezTo>
                  <a:pt x="273588" y="576475"/>
                  <a:pt x="-100733" y="482347"/>
                  <a:pt x="25517" y="251539"/>
                </a:cubicBezTo>
                <a:cubicBezTo>
                  <a:pt x="111822" y="117325"/>
                  <a:pt x="298753" y="43934"/>
                  <a:pt x="453045" y="6131"/>
                </a:cubicBezTo>
                <a:cubicBezTo>
                  <a:pt x="467412" y="3415"/>
                  <a:pt x="481605" y="1326"/>
                  <a:pt x="496231" y="302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800"/>
            </a:lvl1pPr>
            <a:lvl5pPr>
              <a:defRPr/>
            </a:lvl5pPr>
          </a:lstStyle>
          <a:p>
            <a:pPr lvl="0"/>
            <a:r>
              <a:rPr lang="de-DE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2878199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chart with large Imag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mage">
            <a:extLst>
              <a:ext uri="{FF2B5EF4-FFF2-40B4-BE49-F238E27FC236}">
                <a16:creationId xmlns:a16="http://schemas.microsoft.com/office/drawing/2014/main" id="{96537854-3AC1-5D8C-32C0-773FDACAA86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  <a:solidFill>
            <a:srgbClr val="999999"/>
          </a:solidFill>
        </p:spPr>
        <p:txBody>
          <a:bodyPr tIns="0"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D89DC9A-FBE8-D440-F9E1-B90DCE3E7EC9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>
              <a:defRPr sz="100">
                <a:noFill/>
              </a:defRPr>
            </a:lvl1pPr>
          </a:lstStyle>
          <a:p>
            <a:fld id="{5E4262CA-21A9-4E4D-8E7E-5DF8639F2343}" type="datetime1">
              <a:rPr lang="de-DE" smtClean="0"/>
              <a:t>06.10.26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57627D1-B40C-E389-8DD5-0DD1E92EA48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>
              <a:defRPr sz="100">
                <a:noFill/>
              </a:defRPr>
            </a:lvl1pPr>
          </a:lstStyle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65A4D41-9BDD-B66B-9FB7-CE532CA1E3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>
              <a:defRPr sz="100">
                <a:noFill/>
              </a:defRPr>
            </a:lvl1pPr>
          </a:lstStyle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9906940-4A55-7491-73FA-F7C757B94F1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479425" y="1448780"/>
            <a:ext cx="11233150" cy="3545586"/>
          </a:xfrm>
        </p:spPr>
        <p:txBody>
          <a:bodyPr>
            <a:noAutofit/>
          </a:bodyPr>
          <a:lstStyle>
            <a:lvl1pPr algn="ctr">
              <a:lnSpc>
                <a:spcPct val="80000"/>
              </a:lnSpc>
              <a:defRPr sz="15400">
                <a:solidFill>
                  <a:schemeClr val="bg1"/>
                </a:solidFill>
                <a:latin typeface="EON Office Head" pitchFamily="2" charset="0"/>
                <a:cs typeface="EON Office Head" pitchFamily="2" charset="0"/>
              </a:defRPr>
            </a:lvl1pPr>
          </a:lstStyle>
          <a:p>
            <a:r>
              <a:rPr lang="de-DE" dirty="0" err="1"/>
              <a:t>closing</a:t>
            </a:r>
            <a:r>
              <a:rPr lang="de-DE" dirty="0"/>
              <a:t> </a:t>
            </a:r>
            <a:r>
              <a:rPr lang="de-DE" dirty="0" err="1"/>
              <a:t>statement</a:t>
            </a:r>
            <a:endParaRPr lang="de-DE" dirty="0"/>
          </a:p>
        </p:txBody>
      </p:sp>
      <p:pic>
        <p:nvPicPr>
          <p:cNvPr id="6" name="MIO_AGENDA_LAST_SLIDE" descr="Schließen mit einfarbiger Füllung" hidden="1">
            <a:extLst>
              <a:ext uri="{FF2B5EF4-FFF2-40B4-BE49-F238E27FC236}">
                <a16:creationId xmlns:a16="http://schemas.microsoft.com/office/drawing/2014/main" id="{1FBC18BA-07D1-12C2-80F5-C358D6A587A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pic>
        <p:nvPicPr>
          <p:cNvPr id="7" name="MIO_AGENDA_IGNORE_CHAPTER_REFERENCE" descr="Schließen mit einfarbiger Füllung" hidden="1">
            <a:extLst>
              <a:ext uri="{FF2B5EF4-FFF2-40B4-BE49-F238E27FC236}">
                <a16:creationId xmlns:a16="http://schemas.microsoft.com/office/drawing/2014/main" id="{97D13E98-B776-B804-BDA0-5AA68AC6F5F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pic>
        <p:nvPicPr>
          <p:cNvPr id="8" name="MIO_AGENDA_IGNORE_NAVIGATION" descr="Schließen mit einfarbiger Füllung" hidden="1">
            <a:extLst>
              <a:ext uri="{FF2B5EF4-FFF2-40B4-BE49-F238E27FC236}">
                <a16:creationId xmlns:a16="http://schemas.microsoft.com/office/drawing/2014/main" id="{5B4FB576-C51D-63AF-406B-C62ACA7171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9364ACD0-A96D-8FE8-D5F2-DC9811F772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2722" y="5891142"/>
            <a:ext cx="1646555" cy="454095"/>
          </a:xfrm>
          <a:custGeom>
            <a:avLst/>
            <a:gdLst>
              <a:gd name="connsiteX0" fmla="*/ 738049 w 1980551"/>
              <a:gd name="connsiteY0" fmla="*/ 247957 h 546206"/>
              <a:gd name="connsiteX1" fmla="*/ 783101 w 1980551"/>
              <a:gd name="connsiteY1" fmla="*/ 252123 h 546206"/>
              <a:gd name="connsiteX2" fmla="*/ 807161 w 1980551"/>
              <a:gd name="connsiteY2" fmla="*/ 281851 h 546206"/>
              <a:gd name="connsiteX3" fmla="*/ 769527 w 1980551"/>
              <a:gd name="connsiteY3" fmla="*/ 359961 h 546206"/>
              <a:gd name="connsiteX4" fmla="*/ 659099 w 1980551"/>
              <a:gd name="connsiteY4" fmla="*/ 322656 h 546206"/>
              <a:gd name="connsiteX5" fmla="*/ 738049 w 1980551"/>
              <a:gd name="connsiteY5" fmla="*/ 247957 h 546206"/>
              <a:gd name="connsiteX6" fmla="*/ 625785 w 1980551"/>
              <a:gd name="connsiteY6" fmla="*/ 212484 h 546206"/>
              <a:gd name="connsiteX7" fmla="*/ 625785 w 1980551"/>
              <a:gd name="connsiteY7" fmla="*/ 212485 h 546206"/>
              <a:gd name="connsiteX8" fmla="*/ 625785 w 1980551"/>
              <a:gd name="connsiteY8" fmla="*/ 212484 h 546206"/>
              <a:gd name="connsiteX9" fmla="*/ 1118702 w 1980551"/>
              <a:gd name="connsiteY9" fmla="*/ 208403 h 546206"/>
              <a:gd name="connsiteX10" fmla="*/ 1024936 w 1980551"/>
              <a:gd name="connsiteY10" fmla="*/ 353550 h 546206"/>
              <a:gd name="connsiteX11" fmla="*/ 1035421 w 1980551"/>
              <a:gd name="connsiteY11" fmla="*/ 436907 h 546206"/>
              <a:gd name="connsiteX12" fmla="*/ 1144003 w 1980551"/>
              <a:gd name="connsiteY12" fmla="*/ 304584 h 546206"/>
              <a:gd name="connsiteX13" fmla="*/ 1155101 w 1980551"/>
              <a:gd name="connsiteY13" fmla="*/ 223559 h 546206"/>
              <a:gd name="connsiteX14" fmla="*/ 1118702 w 1980551"/>
              <a:gd name="connsiteY14" fmla="*/ 208404 h 546206"/>
              <a:gd name="connsiteX15" fmla="*/ 422544 w 1980551"/>
              <a:gd name="connsiteY15" fmla="*/ 140485 h 546206"/>
              <a:gd name="connsiteX16" fmla="*/ 244526 w 1980551"/>
              <a:gd name="connsiteY16" fmla="*/ 249208 h 546206"/>
              <a:gd name="connsiteX17" fmla="*/ 247611 w 1980551"/>
              <a:gd name="connsiteY17" fmla="*/ 254455 h 546206"/>
              <a:gd name="connsiteX18" fmla="*/ 424667 w 1980551"/>
              <a:gd name="connsiteY18" fmla="*/ 253871 h 546206"/>
              <a:gd name="connsiteX19" fmla="*/ 464769 w 1980551"/>
              <a:gd name="connsiteY19" fmla="*/ 199659 h 546206"/>
              <a:gd name="connsiteX20" fmla="*/ 460448 w 1980551"/>
              <a:gd name="connsiteY20" fmla="*/ 155940 h 546206"/>
              <a:gd name="connsiteX21" fmla="*/ 422544 w 1980551"/>
              <a:gd name="connsiteY21" fmla="*/ 140485 h 546206"/>
              <a:gd name="connsiteX22" fmla="*/ 1910799 w 1980551"/>
              <a:gd name="connsiteY22" fmla="*/ 116378 h 546206"/>
              <a:gd name="connsiteX23" fmla="*/ 1977462 w 1980551"/>
              <a:gd name="connsiteY23" fmla="*/ 177511 h 546206"/>
              <a:gd name="connsiteX24" fmla="*/ 1980551 w 1980551"/>
              <a:gd name="connsiteY24" fmla="*/ 203157 h 546206"/>
              <a:gd name="connsiteX25" fmla="*/ 1980542 w 1980551"/>
              <a:gd name="connsiteY25" fmla="*/ 203157 h 546206"/>
              <a:gd name="connsiteX26" fmla="*/ 1973147 w 1980551"/>
              <a:gd name="connsiteY26" fmla="*/ 252123 h 546206"/>
              <a:gd name="connsiteX27" fmla="*/ 1883075 w 1980551"/>
              <a:gd name="connsiteY27" fmla="*/ 523181 h 546206"/>
              <a:gd name="connsiteX28" fmla="*/ 1761533 w 1980551"/>
              <a:gd name="connsiteY28" fmla="*/ 517934 h 546206"/>
              <a:gd name="connsiteX29" fmla="*/ 1791151 w 1980551"/>
              <a:gd name="connsiteY29" fmla="*/ 408927 h 546206"/>
              <a:gd name="connsiteX30" fmla="*/ 1809039 w 1980551"/>
              <a:gd name="connsiteY30" fmla="*/ 256204 h 546206"/>
              <a:gd name="connsiteX31" fmla="*/ 1769561 w 1980551"/>
              <a:gd name="connsiteY31" fmla="*/ 261450 h 546206"/>
              <a:gd name="connsiteX32" fmla="*/ 1449374 w 1980551"/>
              <a:gd name="connsiteY32" fmla="*/ 521431 h 546206"/>
              <a:gd name="connsiteX33" fmla="*/ 1338334 w 1980551"/>
              <a:gd name="connsiteY33" fmla="*/ 516769 h 546206"/>
              <a:gd name="connsiteX34" fmla="*/ 1337097 w 1980551"/>
              <a:gd name="connsiteY34" fmla="*/ 502195 h 546206"/>
              <a:gd name="connsiteX35" fmla="*/ 1468499 w 1980551"/>
              <a:gd name="connsiteY35" fmla="*/ 148362 h 546206"/>
              <a:gd name="connsiteX36" fmla="*/ 1582635 w 1980551"/>
              <a:gd name="connsiteY36" fmla="*/ 143700 h 546206"/>
              <a:gd name="connsiteX37" fmla="*/ 1619025 w 1980551"/>
              <a:gd name="connsiteY37" fmla="*/ 212485 h 546206"/>
              <a:gd name="connsiteX38" fmla="*/ 1910799 w 1980551"/>
              <a:gd name="connsiteY38" fmla="*/ 116378 h 546206"/>
              <a:gd name="connsiteX39" fmla="*/ 1167615 w 1980551"/>
              <a:gd name="connsiteY39" fmla="*/ 103288 h 546206"/>
              <a:gd name="connsiteX40" fmla="*/ 1276642 w 1980551"/>
              <a:gd name="connsiteY40" fmla="*/ 116302 h 546206"/>
              <a:gd name="connsiteX41" fmla="*/ 1352520 w 1980551"/>
              <a:gd name="connsiteY41" fmla="*/ 202573 h 546206"/>
              <a:gd name="connsiteX42" fmla="*/ 1352520 w 1980551"/>
              <a:gd name="connsiteY42" fmla="*/ 202574 h 546206"/>
              <a:gd name="connsiteX43" fmla="*/ 1283424 w 1980551"/>
              <a:gd name="connsiteY43" fmla="*/ 396104 h 546206"/>
              <a:gd name="connsiteX44" fmla="*/ 1076135 w 1980551"/>
              <a:gd name="connsiteY44" fmla="*/ 534837 h 546206"/>
              <a:gd name="connsiteX45" fmla="*/ 822579 w 1980551"/>
              <a:gd name="connsiteY45" fmla="*/ 413591 h 546206"/>
              <a:gd name="connsiteX46" fmla="*/ 892297 w 1980551"/>
              <a:gd name="connsiteY46" fmla="*/ 239880 h 546206"/>
              <a:gd name="connsiteX47" fmla="*/ 1167615 w 1980551"/>
              <a:gd name="connsiteY47" fmla="*/ 103288 h 546206"/>
              <a:gd name="connsiteX48" fmla="*/ 496231 w 1980551"/>
              <a:gd name="connsiteY48" fmla="*/ 302 h 546206"/>
              <a:gd name="connsiteX49" fmla="*/ 620979 w 1980551"/>
              <a:gd name="connsiteY49" fmla="*/ 145853 h 546206"/>
              <a:gd name="connsiteX50" fmla="*/ 625785 w 1980551"/>
              <a:gd name="connsiteY50" fmla="*/ 212484 h 546206"/>
              <a:gd name="connsiteX51" fmla="*/ 617484 w 1980551"/>
              <a:gd name="connsiteY51" fmla="*/ 264746 h 546206"/>
              <a:gd name="connsiteX52" fmla="*/ 356805 w 1980551"/>
              <a:gd name="connsiteY52" fmla="*/ 359380 h 546206"/>
              <a:gd name="connsiteX53" fmla="*/ 195171 w 1980551"/>
              <a:gd name="connsiteY53" fmla="*/ 355884 h 546206"/>
              <a:gd name="connsiteX54" fmla="*/ 248228 w 1980551"/>
              <a:gd name="connsiteY54" fmla="*/ 440989 h 546206"/>
              <a:gd name="connsiteX55" fmla="*/ 414797 w 1980551"/>
              <a:gd name="connsiteY55" fmla="*/ 417670 h 546206"/>
              <a:gd name="connsiteX56" fmla="*/ 603576 w 1980551"/>
              <a:gd name="connsiteY56" fmla="*/ 468969 h 546206"/>
              <a:gd name="connsiteX57" fmla="*/ 446875 w 1980551"/>
              <a:gd name="connsiteY57" fmla="*/ 537754 h 546206"/>
              <a:gd name="connsiteX58" fmla="*/ 25517 w 1980551"/>
              <a:gd name="connsiteY58" fmla="*/ 251539 h 546206"/>
              <a:gd name="connsiteX59" fmla="*/ 453045 w 1980551"/>
              <a:gd name="connsiteY59" fmla="*/ 6131 h 546206"/>
              <a:gd name="connsiteX60" fmla="*/ 496231 w 1980551"/>
              <a:gd name="connsiteY60" fmla="*/ 302 h 546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980551" h="546206">
                <a:moveTo>
                  <a:pt x="738049" y="247957"/>
                </a:moveTo>
                <a:cubicBezTo>
                  <a:pt x="751303" y="246818"/>
                  <a:pt x="766253" y="248171"/>
                  <a:pt x="783101" y="252123"/>
                </a:cubicBezTo>
                <a:cubicBezTo>
                  <a:pt x="799539" y="257324"/>
                  <a:pt x="803421" y="267613"/>
                  <a:pt x="807161" y="281851"/>
                </a:cubicBezTo>
                <a:cubicBezTo>
                  <a:pt x="793784" y="307306"/>
                  <a:pt x="796773" y="340698"/>
                  <a:pt x="769527" y="359961"/>
                </a:cubicBezTo>
                <a:cubicBezTo>
                  <a:pt x="732267" y="386303"/>
                  <a:pt x="638411" y="386375"/>
                  <a:pt x="659099" y="322656"/>
                </a:cubicBezTo>
                <a:cubicBezTo>
                  <a:pt x="673787" y="277225"/>
                  <a:pt x="698286" y="251375"/>
                  <a:pt x="738049" y="247957"/>
                </a:cubicBezTo>
                <a:close/>
                <a:moveTo>
                  <a:pt x="625785" y="212484"/>
                </a:moveTo>
                <a:lnTo>
                  <a:pt x="625785" y="212485"/>
                </a:lnTo>
                <a:lnTo>
                  <a:pt x="625785" y="212484"/>
                </a:lnTo>
                <a:close/>
                <a:moveTo>
                  <a:pt x="1118702" y="208403"/>
                </a:moveTo>
                <a:cubicBezTo>
                  <a:pt x="1047099" y="208403"/>
                  <a:pt x="1038373" y="302848"/>
                  <a:pt x="1024936" y="353550"/>
                </a:cubicBezTo>
                <a:cubicBezTo>
                  <a:pt x="1021554" y="372712"/>
                  <a:pt x="998853" y="436907"/>
                  <a:pt x="1035421" y="436907"/>
                </a:cubicBezTo>
                <a:cubicBezTo>
                  <a:pt x="1121512" y="453268"/>
                  <a:pt x="1129523" y="364043"/>
                  <a:pt x="1144003" y="304584"/>
                </a:cubicBezTo>
                <a:cubicBezTo>
                  <a:pt x="1149321" y="282710"/>
                  <a:pt x="1159881" y="246011"/>
                  <a:pt x="1155101" y="223559"/>
                </a:cubicBezTo>
                <a:cubicBezTo>
                  <a:pt x="1155101" y="206858"/>
                  <a:pt x="1130457" y="209520"/>
                  <a:pt x="1118702" y="208404"/>
                </a:cubicBezTo>
                <a:close/>
                <a:moveTo>
                  <a:pt x="422544" y="140485"/>
                </a:moveTo>
                <a:cubicBezTo>
                  <a:pt x="364403" y="152951"/>
                  <a:pt x="260427" y="234184"/>
                  <a:pt x="244526" y="249208"/>
                </a:cubicBezTo>
                <a:cubicBezTo>
                  <a:pt x="241865" y="254272"/>
                  <a:pt x="243876" y="252703"/>
                  <a:pt x="247611" y="254455"/>
                </a:cubicBezTo>
                <a:cubicBezTo>
                  <a:pt x="306610" y="254455"/>
                  <a:pt x="365748" y="253871"/>
                  <a:pt x="424667" y="253871"/>
                </a:cubicBezTo>
                <a:cubicBezTo>
                  <a:pt x="463469" y="247819"/>
                  <a:pt x="464769" y="236661"/>
                  <a:pt x="464769" y="199659"/>
                </a:cubicBezTo>
                <a:cubicBezTo>
                  <a:pt x="464769" y="185193"/>
                  <a:pt x="465395" y="169895"/>
                  <a:pt x="460448" y="155940"/>
                </a:cubicBezTo>
                <a:cubicBezTo>
                  <a:pt x="456213" y="139815"/>
                  <a:pt x="441925" y="136330"/>
                  <a:pt x="422544" y="140485"/>
                </a:cubicBezTo>
                <a:close/>
                <a:moveTo>
                  <a:pt x="1910799" y="116378"/>
                </a:moveTo>
                <a:cubicBezTo>
                  <a:pt x="1940083" y="121072"/>
                  <a:pt x="1963808" y="138810"/>
                  <a:pt x="1977462" y="177511"/>
                </a:cubicBezTo>
                <a:cubicBezTo>
                  <a:pt x="1979011" y="186251"/>
                  <a:pt x="1980551" y="194174"/>
                  <a:pt x="1980551" y="203157"/>
                </a:cubicBezTo>
                <a:lnTo>
                  <a:pt x="1980542" y="203157"/>
                </a:lnTo>
                <a:cubicBezTo>
                  <a:pt x="1980542" y="219464"/>
                  <a:pt x="1976924" y="236275"/>
                  <a:pt x="1973147" y="252123"/>
                </a:cubicBezTo>
                <a:cubicBezTo>
                  <a:pt x="1950874" y="345132"/>
                  <a:pt x="1914963" y="433618"/>
                  <a:pt x="1883075" y="523181"/>
                </a:cubicBezTo>
                <a:cubicBezTo>
                  <a:pt x="1853810" y="550829"/>
                  <a:pt x="1792977" y="535774"/>
                  <a:pt x="1761533" y="517934"/>
                </a:cubicBezTo>
                <a:cubicBezTo>
                  <a:pt x="1745808" y="503073"/>
                  <a:pt x="1784907" y="427251"/>
                  <a:pt x="1791151" y="408927"/>
                </a:cubicBezTo>
                <a:cubicBezTo>
                  <a:pt x="1800734" y="380784"/>
                  <a:pt x="1853078" y="277007"/>
                  <a:pt x="1809039" y="256204"/>
                </a:cubicBezTo>
                <a:cubicBezTo>
                  <a:pt x="1794878" y="256204"/>
                  <a:pt x="1783612" y="257956"/>
                  <a:pt x="1769561" y="261450"/>
                </a:cubicBezTo>
                <a:cubicBezTo>
                  <a:pt x="1637780" y="305043"/>
                  <a:pt x="1544241" y="431793"/>
                  <a:pt x="1449374" y="521431"/>
                </a:cubicBezTo>
                <a:cubicBezTo>
                  <a:pt x="1408254" y="540996"/>
                  <a:pt x="1378729" y="535989"/>
                  <a:pt x="1338334" y="516769"/>
                </a:cubicBezTo>
                <a:cubicBezTo>
                  <a:pt x="1334319" y="512983"/>
                  <a:pt x="1336264" y="506965"/>
                  <a:pt x="1337097" y="502195"/>
                </a:cubicBezTo>
                <a:cubicBezTo>
                  <a:pt x="1367664" y="381550"/>
                  <a:pt x="1416012" y="261935"/>
                  <a:pt x="1468499" y="148362"/>
                </a:cubicBezTo>
                <a:cubicBezTo>
                  <a:pt x="1476752" y="125175"/>
                  <a:pt x="1561600" y="133767"/>
                  <a:pt x="1582635" y="143700"/>
                </a:cubicBezTo>
                <a:cubicBezTo>
                  <a:pt x="1582635" y="169383"/>
                  <a:pt x="1579782" y="212485"/>
                  <a:pt x="1619025" y="212485"/>
                </a:cubicBezTo>
                <a:cubicBezTo>
                  <a:pt x="1685071" y="205607"/>
                  <a:pt x="1822948" y="102296"/>
                  <a:pt x="1910799" y="116378"/>
                </a:cubicBezTo>
                <a:close/>
                <a:moveTo>
                  <a:pt x="1167615" y="103288"/>
                </a:moveTo>
                <a:cubicBezTo>
                  <a:pt x="1204734" y="103504"/>
                  <a:pt x="1241814" y="108095"/>
                  <a:pt x="1276642" y="116302"/>
                </a:cubicBezTo>
                <a:cubicBezTo>
                  <a:pt x="1323794" y="132512"/>
                  <a:pt x="1348894" y="154205"/>
                  <a:pt x="1352520" y="202573"/>
                </a:cubicBezTo>
                <a:lnTo>
                  <a:pt x="1352520" y="202574"/>
                </a:lnTo>
                <a:cubicBezTo>
                  <a:pt x="1352520" y="263398"/>
                  <a:pt x="1312410" y="343309"/>
                  <a:pt x="1283424" y="396104"/>
                </a:cubicBezTo>
                <a:cubicBezTo>
                  <a:pt x="1237886" y="479183"/>
                  <a:pt x="1176296" y="528965"/>
                  <a:pt x="1076135" y="534837"/>
                </a:cubicBezTo>
                <a:cubicBezTo>
                  <a:pt x="987612" y="540025"/>
                  <a:pt x="787527" y="554548"/>
                  <a:pt x="822579" y="413591"/>
                </a:cubicBezTo>
                <a:cubicBezTo>
                  <a:pt x="837783" y="352570"/>
                  <a:pt x="871557" y="298807"/>
                  <a:pt x="892297" y="239880"/>
                </a:cubicBezTo>
                <a:cubicBezTo>
                  <a:pt x="944555" y="141356"/>
                  <a:pt x="1056258" y="102639"/>
                  <a:pt x="1167615" y="103288"/>
                </a:cubicBezTo>
                <a:close/>
                <a:moveTo>
                  <a:pt x="496231" y="302"/>
                </a:moveTo>
                <a:cubicBezTo>
                  <a:pt x="578563" y="-5507"/>
                  <a:pt x="610271" y="73564"/>
                  <a:pt x="620979" y="145853"/>
                </a:cubicBezTo>
                <a:lnTo>
                  <a:pt x="625785" y="212484"/>
                </a:lnTo>
                <a:lnTo>
                  <a:pt x="617484" y="264746"/>
                </a:lnTo>
                <a:cubicBezTo>
                  <a:pt x="586877" y="369512"/>
                  <a:pt x="480395" y="359915"/>
                  <a:pt x="356805" y="359380"/>
                </a:cubicBezTo>
                <a:cubicBezTo>
                  <a:pt x="303128" y="359171"/>
                  <a:pt x="248235" y="355884"/>
                  <a:pt x="195171" y="355884"/>
                </a:cubicBezTo>
                <a:cubicBezTo>
                  <a:pt x="175591" y="374648"/>
                  <a:pt x="232280" y="431567"/>
                  <a:pt x="248228" y="440989"/>
                </a:cubicBezTo>
                <a:cubicBezTo>
                  <a:pt x="302667" y="473033"/>
                  <a:pt x="370974" y="459274"/>
                  <a:pt x="414797" y="417670"/>
                </a:cubicBezTo>
                <a:cubicBezTo>
                  <a:pt x="438341" y="417670"/>
                  <a:pt x="691052" y="386460"/>
                  <a:pt x="603576" y="468969"/>
                </a:cubicBezTo>
                <a:cubicBezTo>
                  <a:pt x="561238" y="504563"/>
                  <a:pt x="501337" y="525587"/>
                  <a:pt x="446875" y="537754"/>
                </a:cubicBezTo>
                <a:cubicBezTo>
                  <a:pt x="273588" y="576475"/>
                  <a:pt x="-100733" y="482347"/>
                  <a:pt x="25517" y="251539"/>
                </a:cubicBezTo>
                <a:cubicBezTo>
                  <a:pt x="111822" y="117325"/>
                  <a:pt x="298753" y="43934"/>
                  <a:pt x="453045" y="6131"/>
                </a:cubicBezTo>
                <a:cubicBezTo>
                  <a:pt x="467412" y="3415"/>
                  <a:pt x="481605" y="1326"/>
                  <a:pt x="496231" y="302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800"/>
            </a:lvl1pPr>
            <a:lvl5pPr>
              <a:defRPr/>
            </a:lvl5pPr>
          </a:lstStyle>
          <a:p>
            <a:pPr lvl="0"/>
            <a:r>
              <a:rPr lang="de-DE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1152379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chart with sma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D89DC9A-FBE8-D440-F9E1-B90DCE3E7EC9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>
              <a:defRPr sz="100">
                <a:noFill/>
              </a:defRPr>
            </a:lvl1pPr>
          </a:lstStyle>
          <a:p>
            <a:fld id="{C25F2DB8-05D3-784A-98E0-7A06DBBA287E}" type="datetime1">
              <a:rPr lang="de-DE" smtClean="0"/>
              <a:t>06.10.26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57627D1-B40C-E389-8DD5-0DD1E92EA48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>
              <a:defRPr sz="100">
                <a:noFill/>
              </a:defRPr>
            </a:lvl1pPr>
          </a:lstStyle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65A4D41-9BDD-B66B-9FB7-CE532CA1E3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>
              <a:defRPr sz="100">
                <a:noFill/>
              </a:defRPr>
            </a:lvl1pPr>
          </a:lstStyle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7" name="Image">
            <a:extLst>
              <a:ext uri="{FF2B5EF4-FFF2-40B4-BE49-F238E27FC236}">
                <a16:creationId xmlns:a16="http://schemas.microsoft.com/office/drawing/2014/main" id="{3A04AC39-7148-C419-6962-E080928AA6A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0" y="0"/>
            <a:ext cx="7620000" cy="6858000"/>
          </a:xfrm>
          <a:solidFill>
            <a:srgbClr val="999999"/>
          </a:solidFill>
        </p:spPr>
        <p:txBody>
          <a:bodyPr tIns="0"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9" name="Contact information">
            <a:extLst>
              <a:ext uri="{FF2B5EF4-FFF2-40B4-BE49-F238E27FC236}">
                <a16:creationId xmlns:a16="http://schemas.microsoft.com/office/drawing/2014/main" id="{711219D6-CE9D-0F40-A923-24FB0FE247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0000" y="3212976"/>
            <a:ext cx="3528000" cy="235385"/>
          </a:xfrm>
        </p:spPr>
        <p:txBody>
          <a:bodyPr>
            <a:noAutofit/>
          </a:bodyPr>
          <a:lstStyle>
            <a:lvl1pPr>
              <a:defRPr sz="14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de-DE" dirty="0"/>
              <a:t>Edit </a:t>
            </a:r>
            <a:r>
              <a:rPr lang="de-DE" dirty="0" err="1"/>
              <a:t>contact</a:t>
            </a:r>
            <a:r>
              <a:rPr lang="de-DE" dirty="0"/>
              <a:t> Information</a:t>
            </a:r>
          </a:p>
        </p:txBody>
      </p:sp>
      <p:sp>
        <p:nvSpPr>
          <p:cNvPr id="8" name="Name">
            <a:extLst>
              <a:ext uri="{FF2B5EF4-FFF2-40B4-BE49-F238E27FC236}">
                <a16:creationId xmlns:a16="http://schemas.microsoft.com/office/drawing/2014/main" id="{33495D4A-F00D-763A-E57E-AF2EFD0C603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2865600"/>
            <a:ext cx="3528000" cy="302647"/>
          </a:xfr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Edit </a:t>
            </a:r>
            <a:r>
              <a:rPr lang="de-DE" dirty="0" err="1"/>
              <a:t>name</a:t>
            </a:r>
            <a:endParaRPr lang="de-DE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9906940-4A55-7491-73FA-F7C757B94F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000" y="512763"/>
            <a:ext cx="3528000" cy="2243691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5400">
                <a:solidFill>
                  <a:schemeClr val="accent1"/>
                </a:solidFill>
                <a:latin typeface="EON Office Head" pitchFamily="2" charset="0"/>
                <a:cs typeface="EON Office Head" pitchFamily="2" charset="0"/>
              </a:defRPr>
            </a:lvl1pPr>
          </a:lstStyle>
          <a:p>
            <a:r>
              <a:rPr lang="de-DE" dirty="0"/>
              <a:t>Edit </a:t>
            </a:r>
            <a:r>
              <a:rPr lang="de-DE" dirty="0" err="1"/>
              <a:t>closing</a:t>
            </a:r>
            <a:r>
              <a:rPr lang="de-DE" dirty="0"/>
              <a:t> </a:t>
            </a:r>
            <a:r>
              <a:rPr lang="de-DE" dirty="0" err="1"/>
              <a:t>statement</a:t>
            </a:r>
            <a:endParaRPr lang="de-DE" dirty="0"/>
          </a:p>
        </p:txBody>
      </p:sp>
      <p:pic>
        <p:nvPicPr>
          <p:cNvPr id="10" name="MIO_AGENDA_LAST_SLIDE" descr="Schließen mit einfarbiger Füllung" hidden="1">
            <a:extLst>
              <a:ext uri="{FF2B5EF4-FFF2-40B4-BE49-F238E27FC236}">
                <a16:creationId xmlns:a16="http://schemas.microsoft.com/office/drawing/2014/main" id="{B448BCEC-C644-97C8-EDFE-A5318AB3EA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pic>
        <p:nvPicPr>
          <p:cNvPr id="11" name="MIO_AGENDA_IGNORE_CHAPTER_REFERENCE" descr="Schließen mit einfarbiger Füllung" hidden="1">
            <a:extLst>
              <a:ext uri="{FF2B5EF4-FFF2-40B4-BE49-F238E27FC236}">
                <a16:creationId xmlns:a16="http://schemas.microsoft.com/office/drawing/2014/main" id="{B00E2E16-40EB-598C-C85E-F2E8A9EE05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pic>
        <p:nvPicPr>
          <p:cNvPr id="12" name="MIO_AGENDA_IGNORE_NAVIGATION" descr="Schließen mit einfarbiger Füllung" hidden="1">
            <a:extLst>
              <a:ext uri="{FF2B5EF4-FFF2-40B4-BE49-F238E27FC236}">
                <a16:creationId xmlns:a16="http://schemas.microsoft.com/office/drawing/2014/main" id="{D64DA533-F61A-5EEF-7809-39495E4A5F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sp>
        <p:nvSpPr>
          <p:cNvPr id="16" name="E.ON Logo">
            <a:extLst>
              <a:ext uri="{FF2B5EF4-FFF2-40B4-BE49-F238E27FC236}">
                <a16:creationId xmlns:a16="http://schemas.microsoft.com/office/drawing/2014/main" id="{987A17B9-31C0-7037-5B47-DBECF4F8697D}"/>
              </a:ext>
            </a:extLst>
          </p:cNvPr>
          <p:cNvSpPr/>
          <p:nvPr userDrawn="1"/>
        </p:nvSpPr>
        <p:spPr>
          <a:xfrm>
            <a:off x="479425" y="5891141"/>
            <a:ext cx="1646555" cy="454095"/>
          </a:xfrm>
          <a:custGeom>
            <a:avLst/>
            <a:gdLst>
              <a:gd name="connsiteX0" fmla="*/ 1202810 w 1761324"/>
              <a:gd name="connsiteY0" fmla="*/ 180152 h 485747"/>
              <a:gd name="connsiteX1" fmla="*/ 1141362 w 1761324"/>
              <a:gd name="connsiteY1" fmla="*/ 352260 h 485747"/>
              <a:gd name="connsiteX2" fmla="*/ 957018 w 1761324"/>
              <a:gd name="connsiteY2" fmla="*/ 475637 h 485747"/>
              <a:gd name="connsiteX3" fmla="*/ 731528 w 1761324"/>
              <a:gd name="connsiteY3" fmla="*/ 367812 h 485747"/>
              <a:gd name="connsiteX4" fmla="*/ 793529 w 1761324"/>
              <a:gd name="connsiteY4" fmla="*/ 213329 h 485747"/>
              <a:gd name="connsiteX5" fmla="*/ 1135331 w 1761324"/>
              <a:gd name="connsiteY5" fmla="*/ 103429 h 485747"/>
              <a:gd name="connsiteX6" fmla="*/ 1202810 w 1761324"/>
              <a:gd name="connsiteY6" fmla="*/ 180151 h 485747"/>
              <a:gd name="connsiteX7" fmla="*/ 1202810 w 1761324"/>
              <a:gd name="connsiteY7" fmla="*/ 180152 h 485747"/>
              <a:gd name="connsiteX8" fmla="*/ 994873 w 1761324"/>
              <a:gd name="connsiteY8" fmla="*/ 185336 h 485747"/>
              <a:gd name="connsiteX9" fmla="*/ 911486 w 1761324"/>
              <a:gd name="connsiteY9" fmla="*/ 314417 h 485747"/>
              <a:gd name="connsiteX10" fmla="*/ 920810 w 1761324"/>
              <a:gd name="connsiteY10" fmla="*/ 388547 h 485747"/>
              <a:gd name="connsiteX11" fmla="*/ 1017374 w 1761324"/>
              <a:gd name="connsiteY11" fmla="*/ 270871 h 485747"/>
              <a:gd name="connsiteX12" fmla="*/ 1027243 w 1761324"/>
              <a:gd name="connsiteY12" fmla="*/ 198814 h 485747"/>
              <a:gd name="connsiteX13" fmla="*/ 994873 w 1761324"/>
              <a:gd name="connsiteY13" fmla="*/ 185337 h 485747"/>
              <a:gd name="connsiteX14" fmla="*/ 994873 w 1761324"/>
              <a:gd name="connsiteY14" fmla="*/ 185336 h 485747"/>
              <a:gd name="connsiteX15" fmla="*/ 556517 w 1761324"/>
              <a:gd name="connsiteY15" fmla="*/ 188965 h 485747"/>
              <a:gd name="connsiteX16" fmla="*/ 317310 w 1761324"/>
              <a:gd name="connsiteY16" fmla="*/ 319601 h 485747"/>
              <a:gd name="connsiteX17" fmla="*/ 173567 w 1761324"/>
              <a:gd name="connsiteY17" fmla="*/ 316492 h 485747"/>
              <a:gd name="connsiteX18" fmla="*/ 220751 w 1761324"/>
              <a:gd name="connsiteY18" fmla="*/ 392177 h 485747"/>
              <a:gd name="connsiteX19" fmla="*/ 368883 w 1761324"/>
              <a:gd name="connsiteY19" fmla="*/ 371439 h 485747"/>
              <a:gd name="connsiteX20" fmla="*/ 536766 w 1761324"/>
              <a:gd name="connsiteY20" fmla="*/ 417060 h 485747"/>
              <a:gd name="connsiteX21" fmla="*/ 397410 w 1761324"/>
              <a:gd name="connsiteY21" fmla="*/ 478231 h 485747"/>
              <a:gd name="connsiteX22" fmla="*/ 22692 w 1761324"/>
              <a:gd name="connsiteY22" fmla="*/ 223697 h 485747"/>
              <a:gd name="connsiteX23" fmla="*/ 402897 w 1761324"/>
              <a:gd name="connsiteY23" fmla="*/ 5453 h 485747"/>
              <a:gd name="connsiteX24" fmla="*/ 441303 w 1761324"/>
              <a:gd name="connsiteY24" fmla="*/ 269 h 485747"/>
              <a:gd name="connsiteX25" fmla="*/ 556517 w 1761324"/>
              <a:gd name="connsiteY25" fmla="*/ 188966 h 485747"/>
              <a:gd name="connsiteX26" fmla="*/ 556517 w 1761324"/>
              <a:gd name="connsiteY26" fmla="*/ 188965 h 485747"/>
              <a:gd name="connsiteX27" fmla="*/ 413323 w 1761324"/>
              <a:gd name="connsiteY27" fmla="*/ 177560 h 485747"/>
              <a:gd name="connsiteX28" fmla="*/ 409481 w 1761324"/>
              <a:gd name="connsiteY28" fmla="*/ 138680 h 485747"/>
              <a:gd name="connsiteX29" fmla="*/ 217459 w 1761324"/>
              <a:gd name="connsiteY29" fmla="*/ 221624 h 485747"/>
              <a:gd name="connsiteX30" fmla="*/ 220202 w 1761324"/>
              <a:gd name="connsiteY30" fmla="*/ 226290 h 485747"/>
              <a:gd name="connsiteX31" fmla="*/ 377660 w 1761324"/>
              <a:gd name="connsiteY31" fmla="*/ 225771 h 485747"/>
              <a:gd name="connsiteX32" fmla="*/ 413323 w 1761324"/>
              <a:gd name="connsiteY32" fmla="*/ 177560 h 485747"/>
              <a:gd name="connsiteX33" fmla="*/ 413323 w 1761324"/>
              <a:gd name="connsiteY33" fmla="*/ 177560 h 485747"/>
              <a:gd name="connsiteX34" fmla="*/ 717816 w 1761324"/>
              <a:gd name="connsiteY34" fmla="*/ 250654 h 485747"/>
              <a:gd name="connsiteX35" fmla="*/ 684348 w 1761324"/>
              <a:gd name="connsiteY35" fmla="*/ 320118 h 485747"/>
              <a:gd name="connsiteX36" fmla="*/ 586143 w 1761324"/>
              <a:gd name="connsiteY36" fmla="*/ 286942 h 485747"/>
              <a:gd name="connsiteX37" fmla="*/ 696419 w 1761324"/>
              <a:gd name="connsiteY37" fmla="*/ 224216 h 485747"/>
              <a:gd name="connsiteX38" fmla="*/ 717816 w 1761324"/>
              <a:gd name="connsiteY38" fmla="*/ 250654 h 485747"/>
              <a:gd name="connsiteX39" fmla="*/ 717816 w 1761324"/>
              <a:gd name="connsiteY39" fmla="*/ 250654 h 485747"/>
              <a:gd name="connsiteX40" fmla="*/ 1761317 w 1761324"/>
              <a:gd name="connsiteY40" fmla="*/ 180670 h 485747"/>
              <a:gd name="connsiteX41" fmla="*/ 1754740 w 1761324"/>
              <a:gd name="connsiteY41" fmla="*/ 224216 h 485747"/>
              <a:gd name="connsiteX42" fmla="*/ 1674638 w 1761324"/>
              <a:gd name="connsiteY42" fmla="*/ 465271 h 485747"/>
              <a:gd name="connsiteX43" fmla="*/ 1566550 w 1761324"/>
              <a:gd name="connsiteY43" fmla="*/ 460605 h 485747"/>
              <a:gd name="connsiteX44" fmla="*/ 1592889 w 1761324"/>
              <a:gd name="connsiteY44" fmla="*/ 363664 h 485747"/>
              <a:gd name="connsiteX45" fmla="*/ 1608797 w 1761324"/>
              <a:gd name="connsiteY45" fmla="*/ 227846 h 485747"/>
              <a:gd name="connsiteX46" fmla="*/ 1573689 w 1761324"/>
              <a:gd name="connsiteY46" fmla="*/ 232511 h 485747"/>
              <a:gd name="connsiteX47" fmla="*/ 1288943 w 1761324"/>
              <a:gd name="connsiteY47" fmla="*/ 463715 h 485747"/>
              <a:gd name="connsiteX48" fmla="*/ 1190194 w 1761324"/>
              <a:gd name="connsiteY48" fmla="*/ 459569 h 485747"/>
              <a:gd name="connsiteX49" fmla="*/ 1189094 w 1761324"/>
              <a:gd name="connsiteY49" fmla="*/ 446608 h 485747"/>
              <a:gd name="connsiteX50" fmla="*/ 1305951 w 1761324"/>
              <a:gd name="connsiteY50" fmla="*/ 131941 h 485747"/>
              <a:gd name="connsiteX51" fmla="*/ 1407454 w 1761324"/>
              <a:gd name="connsiteY51" fmla="*/ 127795 h 485747"/>
              <a:gd name="connsiteX52" fmla="*/ 1439816 w 1761324"/>
              <a:gd name="connsiteY52" fmla="*/ 188966 h 485747"/>
              <a:gd name="connsiteX53" fmla="*/ 1758578 w 1761324"/>
              <a:gd name="connsiteY53" fmla="*/ 157863 h 485747"/>
              <a:gd name="connsiteX54" fmla="*/ 1761325 w 1761324"/>
              <a:gd name="connsiteY54" fmla="*/ 180670 h 485747"/>
              <a:gd name="connsiteX55" fmla="*/ 1761317 w 1761324"/>
              <a:gd name="connsiteY55" fmla="*/ 180670 h 485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761324" h="485747">
                <a:moveTo>
                  <a:pt x="1202810" y="180152"/>
                </a:moveTo>
                <a:cubicBezTo>
                  <a:pt x="1202810" y="234243"/>
                  <a:pt x="1167140" y="305309"/>
                  <a:pt x="1141362" y="352260"/>
                </a:cubicBezTo>
                <a:cubicBezTo>
                  <a:pt x="1100865" y="426143"/>
                  <a:pt x="1046092" y="470415"/>
                  <a:pt x="957018" y="475637"/>
                </a:cubicBezTo>
                <a:cubicBezTo>
                  <a:pt x="878293" y="480251"/>
                  <a:pt x="700356" y="493166"/>
                  <a:pt x="731528" y="367812"/>
                </a:cubicBezTo>
                <a:cubicBezTo>
                  <a:pt x="745049" y="313545"/>
                  <a:pt x="775084" y="265733"/>
                  <a:pt x="793529" y="213329"/>
                </a:cubicBezTo>
                <a:cubicBezTo>
                  <a:pt x="855493" y="96504"/>
                  <a:pt x="1011440" y="74234"/>
                  <a:pt x="1135331" y="103429"/>
                </a:cubicBezTo>
                <a:cubicBezTo>
                  <a:pt x="1177264" y="117845"/>
                  <a:pt x="1199585" y="137137"/>
                  <a:pt x="1202810" y="180151"/>
                </a:cubicBezTo>
                <a:lnTo>
                  <a:pt x="1202810" y="180152"/>
                </a:lnTo>
                <a:close/>
                <a:moveTo>
                  <a:pt x="994873" y="185336"/>
                </a:moveTo>
                <a:cubicBezTo>
                  <a:pt x="931196" y="185336"/>
                  <a:pt x="923436" y="269327"/>
                  <a:pt x="911486" y="314417"/>
                </a:cubicBezTo>
                <a:cubicBezTo>
                  <a:pt x="908478" y="331458"/>
                  <a:pt x="888290" y="388547"/>
                  <a:pt x="920810" y="388547"/>
                </a:cubicBezTo>
                <a:cubicBezTo>
                  <a:pt x="997372" y="403097"/>
                  <a:pt x="1004496" y="323748"/>
                  <a:pt x="1017374" y="270871"/>
                </a:cubicBezTo>
                <a:cubicBezTo>
                  <a:pt x="1022103" y="251418"/>
                  <a:pt x="1031494" y="218781"/>
                  <a:pt x="1027243" y="198814"/>
                </a:cubicBezTo>
                <a:cubicBezTo>
                  <a:pt x="1027243" y="183962"/>
                  <a:pt x="1005327" y="186329"/>
                  <a:pt x="994873" y="185337"/>
                </a:cubicBezTo>
                <a:lnTo>
                  <a:pt x="994873" y="185336"/>
                </a:lnTo>
                <a:close/>
                <a:moveTo>
                  <a:pt x="556517" y="188965"/>
                </a:moveTo>
                <a:cubicBezTo>
                  <a:pt x="548660" y="331215"/>
                  <a:pt x="442921" y="320145"/>
                  <a:pt x="317310" y="319601"/>
                </a:cubicBezTo>
                <a:cubicBezTo>
                  <a:pt x="269574" y="319415"/>
                  <a:pt x="220757" y="316492"/>
                  <a:pt x="173567" y="316492"/>
                </a:cubicBezTo>
                <a:cubicBezTo>
                  <a:pt x="156154" y="333179"/>
                  <a:pt x="206568" y="383798"/>
                  <a:pt x="220751" y="392177"/>
                </a:cubicBezTo>
                <a:cubicBezTo>
                  <a:pt x="269164" y="420674"/>
                  <a:pt x="329910" y="408438"/>
                  <a:pt x="368883" y="371439"/>
                </a:cubicBezTo>
                <a:cubicBezTo>
                  <a:pt x="389821" y="371439"/>
                  <a:pt x="614559" y="343684"/>
                  <a:pt x="536766" y="417060"/>
                </a:cubicBezTo>
                <a:cubicBezTo>
                  <a:pt x="499114" y="448714"/>
                  <a:pt x="445844" y="467411"/>
                  <a:pt x="397410" y="478231"/>
                </a:cubicBezTo>
                <a:cubicBezTo>
                  <a:pt x="243304" y="512666"/>
                  <a:pt x="-89584" y="428957"/>
                  <a:pt x="22692" y="223697"/>
                </a:cubicBezTo>
                <a:cubicBezTo>
                  <a:pt x="99444" y="104339"/>
                  <a:pt x="265683" y="39072"/>
                  <a:pt x="402897" y="5453"/>
                </a:cubicBezTo>
                <a:cubicBezTo>
                  <a:pt x="415674" y="3038"/>
                  <a:pt x="428296" y="1180"/>
                  <a:pt x="441303" y="269"/>
                </a:cubicBezTo>
                <a:cubicBezTo>
                  <a:pt x="538928" y="-6619"/>
                  <a:pt x="556517" y="120689"/>
                  <a:pt x="556517" y="188966"/>
                </a:cubicBezTo>
                <a:lnTo>
                  <a:pt x="556517" y="188965"/>
                </a:lnTo>
                <a:close/>
                <a:moveTo>
                  <a:pt x="413323" y="177560"/>
                </a:moveTo>
                <a:cubicBezTo>
                  <a:pt x="413323" y="164695"/>
                  <a:pt x="413880" y="151090"/>
                  <a:pt x="409481" y="138680"/>
                </a:cubicBezTo>
                <a:cubicBezTo>
                  <a:pt x="394414" y="81319"/>
                  <a:pt x="236313" y="203809"/>
                  <a:pt x="217459" y="221624"/>
                </a:cubicBezTo>
                <a:cubicBezTo>
                  <a:pt x="215092" y="226128"/>
                  <a:pt x="216881" y="224732"/>
                  <a:pt x="220202" y="226290"/>
                </a:cubicBezTo>
                <a:cubicBezTo>
                  <a:pt x="272671" y="226290"/>
                  <a:pt x="325263" y="225771"/>
                  <a:pt x="377660" y="225771"/>
                </a:cubicBezTo>
                <a:cubicBezTo>
                  <a:pt x="412167" y="220389"/>
                  <a:pt x="413323" y="210466"/>
                  <a:pt x="413323" y="177560"/>
                </a:cubicBezTo>
                <a:lnTo>
                  <a:pt x="413323" y="177560"/>
                </a:lnTo>
                <a:close/>
                <a:moveTo>
                  <a:pt x="717816" y="250654"/>
                </a:moveTo>
                <a:cubicBezTo>
                  <a:pt x="705920" y="273291"/>
                  <a:pt x="708578" y="302987"/>
                  <a:pt x="684348" y="320118"/>
                </a:cubicBezTo>
                <a:cubicBezTo>
                  <a:pt x="651212" y="343544"/>
                  <a:pt x="567745" y="343608"/>
                  <a:pt x="586143" y="286942"/>
                </a:cubicBezTo>
                <a:cubicBezTo>
                  <a:pt x="603559" y="233072"/>
                  <a:pt x="636487" y="210160"/>
                  <a:pt x="696419" y="224216"/>
                </a:cubicBezTo>
                <a:cubicBezTo>
                  <a:pt x="711038" y="228842"/>
                  <a:pt x="714490" y="237992"/>
                  <a:pt x="717816" y="250654"/>
                </a:cubicBezTo>
                <a:lnTo>
                  <a:pt x="717816" y="250654"/>
                </a:lnTo>
                <a:close/>
                <a:moveTo>
                  <a:pt x="1761317" y="180670"/>
                </a:moveTo>
                <a:cubicBezTo>
                  <a:pt x="1761317" y="195172"/>
                  <a:pt x="1758099" y="210123"/>
                  <a:pt x="1754740" y="224216"/>
                </a:cubicBezTo>
                <a:cubicBezTo>
                  <a:pt x="1734933" y="306930"/>
                  <a:pt x="1702997" y="385622"/>
                  <a:pt x="1674638" y="465271"/>
                </a:cubicBezTo>
                <a:cubicBezTo>
                  <a:pt x="1648613" y="489859"/>
                  <a:pt x="1594513" y="476470"/>
                  <a:pt x="1566550" y="460605"/>
                </a:cubicBezTo>
                <a:cubicBezTo>
                  <a:pt x="1552565" y="447389"/>
                  <a:pt x="1587337" y="379960"/>
                  <a:pt x="1592889" y="363664"/>
                </a:cubicBezTo>
                <a:cubicBezTo>
                  <a:pt x="1601412" y="338636"/>
                  <a:pt x="1647962" y="246346"/>
                  <a:pt x="1608797" y="227846"/>
                </a:cubicBezTo>
                <a:cubicBezTo>
                  <a:pt x="1596204" y="227846"/>
                  <a:pt x="1586185" y="229404"/>
                  <a:pt x="1573689" y="232511"/>
                </a:cubicBezTo>
                <a:cubicBezTo>
                  <a:pt x="1456495" y="271279"/>
                  <a:pt x="1373310" y="383999"/>
                  <a:pt x="1288943" y="463715"/>
                </a:cubicBezTo>
                <a:cubicBezTo>
                  <a:pt x="1252375" y="481114"/>
                  <a:pt x="1226118" y="476662"/>
                  <a:pt x="1190194" y="459569"/>
                </a:cubicBezTo>
                <a:cubicBezTo>
                  <a:pt x="1186624" y="456202"/>
                  <a:pt x="1188353" y="450850"/>
                  <a:pt x="1189094" y="446608"/>
                </a:cubicBezTo>
                <a:cubicBezTo>
                  <a:pt x="1216278" y="339317"/>
                  <a:pt x="1259274" y="232942"/>
                  <a:pt x="1305951" y="131941"/>
                </a:cubicBezTo>
                <a:cubicBezTo>
                  <a:pt x="1313291" y="111320"/>
                  <a:pt x="1388747" y="118961"/>
                  <a:pt x="1407454" y="127795"/>
                </a:cubicBezTo>
                <a:cubicBezTo>
                  <a:pt x="1407454" y="150635"/>
                  <a:pt x="1404917" y="188966"/>
                  <a:pt x="1439816" y="188966"/>
                </a:cubicBezTo>
                <a:cubicBezTo>
                  <a:pt x="1518130" y="180810"/>
                  <a:pt x="1710008" y="20195"/>
                  <a:pt x="1758578" y="157863"/>
                </a:cubicBezTo>
                <a:cubicBezTo>
                  <a:pt x="1759955" y="165636"/>
                  <a:pt x="1761325" y="172682"/>
                  <a:pt x="1761325" y="180670"/>
                </a:cubicBezTo>
                <a:lnTo>
                  <a:pt x="1761317" y="180670"/>
                </a:lnTo>
                <a:close/>
              </a:path>
            </a:pathLst>
          </a:custGeom>
          <a:solidFill>
            <a:schemeClr val="accent1"/>
          </a:solidFill>
          <a:ln w="7461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3697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25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Conten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TT.MM.JJJJ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7026578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635FA2F-196F-B7E9-F8E7-BA2662EB250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80000" y="512763"/>
            <a:ext cx="11232000" cy="8863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141CCA2-64AC-011A-6E48-D7BAE381437D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480000" y="1808163"/>
            <a:ext cx="11232000" cy="410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303A87-3372-7C52-3A6E-92D7BAAC45F2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9983998" y="6526212"/>
            <a:ext cx="1188000" cy="138499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>
            <a:lvl1pPr algn="r">
              <a:defRPr sz="900" b="0">
                <a:solidFill>
                  <a:schemeClr val="tx1"/>
                </a:solidFill>
              </a:defRPr>
            </a:lvl1pPr>
          </a:lstStyle>
          <a:p>
            <a:fld id="{4166F76A-4900-864D-B9F6-2488814C2A20}" type="datetime1">
              <a:rPr lang="de-DE" smtClean="0"/>
              <a:t>06.10.26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57ADF3-BF8D-274D-175D-117F148AB0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000" y="6526212"/>
            <a:ext cx="5436000" cy="138499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r>
              <a:rPr lang="de-DE"/>
              <a:t>New E.ON PowerPoint Master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28E599-8D88-7F1F-581D-9EE50A461F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351999" y="6526212"/>
            <a:ext cx="360001" cy="138499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01FFFE70-FC19-4A94-9D10-0B3C8E890CB2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empower - DO NOT DELETE!!!" hidden="1">
            <a:extLst>
              <a:ext uri="{FF2B5EF4-FFF2-40B4-BE49-F238E27FC236}">
                <a16:creationId xmlns:a16="http://schemas.microsoft.com/office/drawing/2014/main" id="{CD89FD70-3824-0C4D-517B-1E78167FED4E}"/>
              </a:ext>
            </a:extLst>
          </p:cNvPr>
          <p:cNvSpPr/>
          <p:nvPr userDrawn="1">
            <p:custDataLst>
              <p:tags r:id="rId31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lvl="0" algn="ctr" defTabSz="540000">
              <a:lnSpc>
                <a:spcPct val="120000"/>
              </a:lnSpc>
              <a:spcAft>
                <a:spcPts val="400"/>
              </a:spcAft>
            </a:pPr>
            <a:endParaRPr lang="de-DE" sz="1400"/>
          </a:p>
        </p:txBody>
      </p:sp>
    </p:spTree>
    <p:extLst>
      <p:ext uri="{BB962C8B-B14F-4D97-AF65-F5344CB8AC3E}">
        <p14:creationId xmlns:p14="http://schemas.microsoft.com/office/powerpoint/2010/main" val="2042808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90" r:id="rId2"/>
    <p:sldLayoutId id="2147483678" r:id="rId3"/>
    <p:sldLayoutId id="2147483679" r:id="rId4"/>
    <p:sldLayoutId id="2147483680" r:id="rId5"/>
    <p:sldLayoutId id="2147483685" r:id="rId6"/>
    <p:sldLayoutId id="2147483687" r:id="rId7"/>
    <p:sldLayoutId id="2147483681" r:id="rId8"/>
    <p:sldLayoutId id="2147483686" r:id="rId9"/>
    <p:sldLayoutId id="2147483682" r:id="rId10"/>
    <p:sldLayoutId id="2147483656" r:id="rId11"/>
    <p:sldLayoutId id="2147483657" r:id="rId12"/>
    <p:sldLayoutId id="2147483684" r:id="rId13"/>
    <p:sldLayoutId id="2147483691" r:id="rId14"/>
    <p:sldLayoutId id="2147483675" r:id="rId15"/>
    <p:sldLayoutId id="2147483658" r:id="rId16"/>
    <p:sldLayoutId id="2147483671" r:id="rId17"/>
    <p:sldLayoutId id="2147483670" r:id="rId18"/>
    <p:sldLayoutId id="2147483659" r:id="rId19"/>
    <p:sldLayoutId id="2147483660" r:id="rId20"/>
    <p:sldLayoutId id="2147483683" r:id="rId21"/>
    <p:sldLayoutId id="2147483661" r:id="rId22"/>
    <p:sldLayoutId id="2147483664" r:id="rId23"/>
    <p:sldLayoutId id="2147483665" r:id="rId24"/>
    <p:sldLayoutId id="2147483666" r:id="rId25"/>
    <p:sldLayoutId id="2147483667" r:id="rId26"/>
    <p:sldLayoutId id="2147483669" r:id="rId27"/>
    <p:sldLayoutId id="2147483668" r:id="rId28"/>
    <p:sldLayoutId id="2147483692" r:id="rId29"/>
  </p:sldLayoutIdLst>
  <p:hf hdr="0" dt="0"/>
  <p:txStyles>
    <p:titleStyle>
      <a:lvl1pPr algn="l" defTabSz="5400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540000" rtl="0" eaLnBrk="1" latinLnBrk="0" hangingPunct="1">
        <a:lnSpc>
          <a:spcPct val="120000"/>
        </a:lnSpc>
        <a:spcBef>
          <a:spcPts val="0"/>
        </a:spcBef>
        <a:spcAft>
          <a:spcPts val="400"/>
        </a:spcAft>
        <a:buFont typeface="Arial" panose="020B0604020202020204" pitchFamily="34" charset="0"/>
        <a:buNone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16000" indent="-216000" algn="l" defTabSz="540000" rtl="0" eaLnBrk="1" latinLnBrk="0" hangingPunct="1">
        <a:lnSpc>
          <a:spcPct val="12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00" indent="-216000" algn="l" defTabSz="540000" rtl="0" eaLnBrk="1" latinLnBrk="0" hangingPunct="1">
        <a:lnSpc>
          <a:spcPct val="120000"/>
        </a:lnSpc>
        <a:spcBef>
          <a:spcPts val="0"/>
        </a:spcBef>
        <a:spcAft>
          <a:spcPts val="400"/>
        </a:spcAft>
        <a:buFont typeface="EON Brix Sans" panose="020B0500000000000000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00" indent="-216000" algn="l" defTabSz="540000" rtl="0" eaLnBrk="1" latinLnBrk="0" hangingPunct="1">
        <a:lnSpc>
          <a:spcPct val="120000"/>
        </a:lnSpc>
        <a:spcBef>
          <a:spcPts val="0"/>
        </a:spcBef>
        <a:spcAft>
          <a:spcPts val="400"/>
        </a:spcAft>
        <a:buFont typeface="EON Brix Sans" panose="020B0500000000000000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864000" indent="-216000" algn="l" defTabSz="540000" rtl="0" eaLnBrk="1" latinLnBrk="0" hangingPunct="1">
        <a:lnSpc>
          <a:spcPct val="120000"/>
        </a:lnSpc>
        <a:spcBef>
          <a:spcPts val="0"/>
        </a:spcBef>
        <a:spcAft>
          <a:spcPts val="400"/>
        </a:spcAft>
        <a:buFont typeface="EON Brix Sans" panose="020B0500000000000000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079500" indent="-215900" algn="l" defTabSz="540000" rtl="0" eaLnBrk="1" latinLnBrk="0" hangingPunct="1">
        <a:lnSpc>
          <a:spcPct val="120000"/>
        </a:lnSpc>
        <a:spcBef>
          <a:spcPts val="0"/>
        </a:spcBef>
        <a:spcAft>
          <a:spcPts val="400"/>
        </a:spcAft>
        <a:buFont typeface="EON Brix Sans" panose="020B0500000000000000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301750" indent="-215900" algn="l" defTabSz="540000" rtl="0" eaLnBrk="1" latinLnBrk="0" hangingPunct="1">
        <a:lnSpc>
          <a:spcPct val="120000"/>
        </a:lnSpc>
        <a:spcBef>
          <a:spcPts val="0"/>
        </a:spcBef>
        <a:spcAft>
          <a:spcPts val="400"/>
        </a:spcAft>
        <a:buFont typeface="EON Brix Sans" panose="020B0500000000000000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524000" indent="-215900" algn="l" defTabSz="540000" rtl="0" eaLnBrk="1" latinLnBrk="0" hangingPunct="1">
        <a:lnSpc>
          <a:spcPct val="120000"/>
        </a:lnSpc>
        <a:spcBef>
          <a:spcPts val="0"/>
        </a:spcBef>
        <a:spcAft>
          <a:spcPts val="400"/>
        </a:spcAft>
        <a:buFont typeface="EON Brix Sans" panose="020B0500000000000000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733550" indent="-215900" algn="l" defTabSz="540000" rtl="0" eaLnBrk="1" latinLnBrk="0" hangingPunct="1">
        <a:lnSpc>
          <a:spcPct val="120000"/>
        </a:lnSpc>
        <a:spcBef>
          <a:spcPts val="0"/>
        </a:spcBef>
        <a:spcAft>
          <a:spcPts val="400"/>
        </a:spcAft>
        <a:buFont typeface="EON Brix Sans" panose="020B0500000000000000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02" userDrawn="1">
          <p15:clr>
            <a:srgbClr val="F26B43"/>
          </p15:clr>
        </p15:guide>
        <p15:guide id="3" pos="7378" userDrawn="1">
          <p15:clr>
            <a:srgbClr val="F26B43"/>
          </p15:clr>
        </p15:guide>
        <p15:guide id="4" orient="horz" pos="323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pabase/agent-skills/blob/main/skills/supabase-postgres-best-practices/SKILL.md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4" Type="http://schemas.openxmlformats.org/officeDocument/2006/relationships/hyperlink" Target="https://github.com/anthropics/skills/blob/main/skills/algorithmic-art/SKILL.md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738E7-B925-934C-8E25-969ECF3B4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EDBF272-0708-DC72-5571-D78BF048BC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425" y="512763"/>
            <a:ext cx="11233150" cy="1732896"/>
          </a:xfrm>
        </p:spPr>
        <p:txBody>
          <a:bodyPr/>
          <a:lstStyle/>
          <a:p>
            <a:r>
              <a:rPr lang="en-RO" b="1" dirty="0"/>
              <a:t>Building Software with Agentic AI: </a:t>
            </a:r>
            <a:br>
              <a:rPr lang="en-RO" b="1" dirty="0"/>
            </a:br>
            <a:r>
              <a:rPr lang="en-RO" b="1" dirty="0"/>
              <a:t>Benefits, Limitations, and Best Practices</a:t>
            </a:r>
            <a:endParaRPr lang="en-RO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612E8A1-A7F5-456C-7841-0A5E5BF3D76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9EDE4DA-7B8F-4D99-96C0-298ADF5F28C0}" type="datetime1">
              <a:rPr lang="de-DE" smtClean="0"/>
              <a:t>06.10.26</a:t>
            </a:fld>
            <a:endParaRPr lang="de-D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711770-D266-A0A6-7A63-F5352AB573A2}"/>
              </a:ext>
            </a:extLst>
          </p:cNvPr>
          <p:cNvSpPr txBox="1"/>
          <p:nvPr/>
        </p:nvSpPr>
        <p:spPr>
          <a:xfrm>
            <a:off x="4184374" y="6042590"/>
            <a:ext cx="6092687" cy="3026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540000">
              <a:lnSpc>
                <a:spcPct val="120000"/>
              </a:lnSpc>
              <a:spcAft>
                <a:spcPts val="400"/>
              </a:spcAft>
            </a:pPr>
            <a:r>
              <a:rPr lang="en-RO" dirty="0"/>
              <a:t>Alexandru Lungu, Senior Software Developer | F</a:t>
            </a:r>
            <a:r>
              <a:rPr lang="en-GB" dirty="0"/>
              <a:t>u</a:t>
            </a:r>
            <a:r>
              <a:rPr lang="en-RO" dirty="0"/>
              <a:t>ll-Stack</a:t>
            </a:r>
          </a:p>
        </p:txBody>
      </p:sp>
    </p:spTree>
    <p:extLst>
      <p:ext uri="{BB962C8B-B14F-4D97-AF65-F5344CB8AC3E}">
        <p14:creationId xmlns:p14="http://schemas.microsoft.com/office/powerpoint/2010/main" val="1782782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I is working. I'm chilling, because I learned earlier with AI ...">
            <a:extLst>
              <a:ext uri="{FF2B5EF4-FFF2-40B4-BE49-F238E27FC236}">
                <a16:creationId xmlns:a16="http://schemas.microsoft.com/office/drawing/2014/main" id="{7FE55510-3FC9-2922-A8E3-3B94FB643DF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tretch/>
        </p:blipFill>
        <p:spPr>
          <a:xfrm>
            <a:off x="2867923" y="68263"/>
            <a:ext cx="6456153" cy="67214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91639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11F59-D453-9EA8-09A4-736857F5D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FF687CD-8B4F-E4E7-C335-4549ACDE26BA}"/>
              </a:ext>
            </a:extLst>
          </p:cNvPr>
          <p:cNvSpPr txBox="1"/>
          <p:nvPr/>
        </p:nvSpPr>
        <p:spPr>
          <a:xfrm>
            <a:off x="590675" y="315993"/>
            <a:ext cx="11010651" cy="43088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3200" kern="100" dirty="0">
              <a:solidFill>
                <a:srgbClr val="EA1C0A"/>
              </a:solidFill>
              <a:latin typeface="+mj-lt"/>
              <a:ea typeface="+mj-ea"/>
              <a:cs typeface="+mj-cs"/>
            </a:endParaRPr>
          </a:p>
          <a:p>
            <a:pPr lvl="1"/>
            <a:endParaRPr lang="en-RO" sz="2400" dirty="0">
              <a:latin typeface="EON Brix Sans" panose="020B0500000000000000" pitchFamily="34" charset="77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RO" sz="2400" dirty="0">
                <a:latin typeface="EON Brix Sans" panose="020B0500000000000000" pitchFamily="34" charset="77"/>
              </a:rPr>
              <a:t>Intro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RO" sz="2400" dirty="0">
                <a:latin typeface="EON Brix Sans" panose="020B0500000000000000" pitchFamily="34" charset="77"/>
              </a:rPr>
              <a:t>Demo time</a:t>
            </a:r>
          </a:p>
          <a:p>
            <a:pPr marL="457200" indent="-457200">
              <a:buFont typeface="+mj-lt"/>
              <a:buAutoNum type="arabicPeriod"/>
            </a:pPr>
            <a:r>
              <a:rPr lang="en-RO" sz="2400" dirty="0">
                <a:latin typeface="EON Brix Sans" panose="020B0500000000000000" pitchFamily="34" charset="77"/>
              </a:rPr>
              <a:t>Agentic AI capabilities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RO" sz="2400" dirty="0">
                <a:latin typeface="EON Brix Sans" panose="020B0500000000000000" pitchFamily="34" charset="77"/>
              </a:rPr>
              <a:t>Benefits and limitations of AI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RO" sz="2400" dirty="0">
                <a:latin typeface="EON Brix Sans" panose="020B0500000000000000" pitchFamily="34" charset="77"/>
              </a:rPr>
              <a:t>A place for humans, in the Agentic AI world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RO" sz="2400" dirty="0">
                <a:latin typeface="EON Brix Sans" panose="020B0500000000000000" pitchFamily="34" charset="77"/>
              </a:rPr>
              <a:t>How to use AI in current (brownfield) and new projects (greenfield)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RO" sz="2400" dirty="0">
                <a:latin typeface="EON Brix Sans" panose="020B0500000000000000" pitchFamily="34" charset="77"/>
              </a:rPr>
              <a:t>Agent comparison: GitHub Copilot vs. Claude Code</a:t>
            </a:r>
          </a:p>
          <a:p>
            <a:pPr marL="457200" indent="-457200">
              <a:buAutoNum type="arabicPeriod"/>
            </a:pPr>
            <a:r>
              <a:rPr lang="en-US" sz="2400" dirty="0">
                <a:latin typeface="EON Brix Sans" panose="020B0500000000000000" pitchFamily="34" charset="77"/>
              </a:rPr>
              <a:t>Q&amp;A</a:t>
            </a:r>
          </a:p>
          <a:p>
            <a:endParaRPr lang="en-US" sz="2400" dirty="0">
              <a:latin typeface="EON Brix Sans" panose="020B0500000000000000" pitchFamily="34" charset="77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8FD1A110-D2F1-5C7E-C7FC-44C99FE58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0"/>
            <a:ext cx="9872452" cy="440643"/>
          </a:xfrm>
        </p:spPr>
        <p:txBody>
          <a:bodyPr/>
          <a:lstStyle/>
          <a:p>
            <a:r>
              <a:rPr lang="de-DE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232381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0CF41-A921-3433-396A-458CA9FDB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10CFF4D-5DFC-54E7-3194-A9F595195E80}"/>
              </a:ext>
            </a:extLst>
          </p:cNvPr>
          <p:cNvSpPr txBox="1"/>
          <p:nvPr/>
        </p:nvSpPr>
        <p:spPr>
          <a:xfrm>
            <a:off x="590675" y="315993"/>
            <a:ext cx="11010651" cy="17235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3200" kern="100" dirty="0">
              <a:solidFill>
                <a:srgbClr val="EA1C0A"/>
              </a:solidFill>
              <a:latin typeface="+mj-lt"/>
              <a:ea typeface="+mj-ea"/>
              <a:cs typeface="+mj-cs"/>
            </a:endParaRPr>
          </a:p>
          <a:p>
            <a:endParaRPr lang="en-US" sz="2400" dirty="0">
              <a:latin typeface="EON Brix Sans" panose="020B0500000000000000" pitchFamily="34" charset="77"/>
            </a:endParaRPr>
          </a:p>
          <a:p>
            <a:endParaRPr lang="en-US" sz="2400" dirty="0">
              <a:latin typeface="EON Brix Sans" panose="020B0500000000000000" pitchFamily="34" charset="77"/>
            </a:endParaRPr>
          </a:p>
          <a:p>
            <a:endParaRPr lang="en-US" sz="2400" dirty="0">
              <a:latin typeface="EON Brix Sans" panose="020B0500000000000000" pitchFamily="34" charset="77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265A01C5-E7DE-51F0-5571-6070FF478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0"/>
            <a:ext cx="9872452" cy="440643"/>
          </a:xfrm>
        </p:spPr>
        <p:txBody>
          <a:bodyPr/>
          <a:lstStyle/>
          <a:p>
            <a:r>
              <a:rPr lang="de-DE" dirty="0"/>
              <a:t>1. Intro: </a:t>
            </a:r>
            <a:r>
              <a:rPr lang="de-DE" dirty="0" err="1"/>
              <a:t>Agentic</a:t>
            </a:r>
            <a:r>
              <a:rPr lang="de-DE" dirty="0"/>
              <a:t> AI = </a:t>
            </a:r>
            <a:r>
              <a:rPr lang="de-DE" dirty="0" err="1"/>
              <a:t>another</a:t>
            </a:r>
            <a:r>
              <a:rPr lang="de-DE" dirty="0"/>
              <a:t> </a:t>
            </a:r>
            <a:r>
              <a:rPr lang="de-DE" dirty="0" err="1"/>
              <a:t>level</a:t>
            </a:r>
            <a:r>
              <a:rPr lang="de-DE" dirty="0"/>
              <a:t> of </a:t>
            </a:r>
            <a:r>
              <a:rPr lang="de-DE" dirty="0" err="1"/>
              <a:t>abstraction</a:t>
            </a:r>
            <a:r>
              <a:rPr lang="de-DE" dirty="0"/>
              <a:t>/</a:t>
            </a:r>
            <a:r>
              <a:rPr lang="de-DE" dirty="0" err="1"/>
              <a:t>delegation</a:t>
            </a:r>
            <a:endParaRPr lang="de-DE" dirty="0"/>
          </a:p>
        </p:txBody>
      </p:sp>
      <p:pic>
        <p:nvPicPr>
          <p:cNvPr id="2" name="Picture 1" descr="Writing an X86–64 Assembly Language Program | by Tony Oreglia | Dev Genius">
            <a:extLst>
              <a:ext uri="{FF2B5EF4-FFF2-40B4-BE49-F238E27FC236}">
                <a16:creationId xmlns:a16="http://schemas.microsoft.com/office/drawing/2014/main" id="{97AAAD04-8895-2A25-996B-E158EA022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4491" y="1724480"/>
            <a:ext cx="5147443" cy="5147443"/>
          </a:xfrm>
          <a:prstGeom prst="rect">
            <a:avLst/>
          </a:prstGeom>
        </p:spPr>
      </p:pic>
      <p:sp useBgFill="1">
        <p:nvSpPr>
          <p:cNvPr id="4" name="TextBox 3">
            <a:extLst>
              <a:ext uri="{FF2B5EF4-FFF2-40B4-BE49-F238E27FC236}">
                <a16:creationId xmlns:a16="http://schemas.microsoft.com/office/drawing/2014/main" id="{0DBE492C-97AA-4E48-3241-75DD027B6225}"/>
              </a:ext>
            </a:extLst>
          </p:cNvPr>
          <p:cNvSpPr txBox="1"/>
          <p:nvPr/>
        </p:nvSpPr>
        <p:spPr>
          <a:xfrm>
            <a:off x="4353729" y="2270446"/>
            <a:ext cx="2485482" cy="4034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 defTabSz="540000">
              <a:lnSpc>
                <a:spcPct val="120000"/>
              </a:lnSpc>
              <a:spcAft>
                <a:spcPts val="400"/>
              </a:spcAft>
            </a:pPr>
            <a:r>
              <a:rPr lang="en-RO" sz="2400" dirty="0"/>
              <a:t>Agentic AI</a:t>
            </a:r>
          </a:p>
        </p:txBody>
      </p:sp>
    </p:spTree>
    <p:extLst>
      <p:ext uri="{BB962C8B-B14F-4D97-AF65-F5344CB8AC3E}">
        <p14:creationId xmlns:p14="http://schemas.microsoft.com/office/powerpoint/2010/main" val="997490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3A33E-28B5-3878-6974-7CEA85D2C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>
            <a:extLst>
              <a:ext uri="{FF2B5EF4-FFF2-40B4-BE49-F238E27FC236}">
                <a16:creationId xmlns:a16="http://schemas.microsoft.com/office/drawing/2014/main" id="{1ADBA8A4-DA82-9B69-49E8-D7710A66D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0"/>
            <a:ext cx="9872452" cy="440643"/>
          </a:xfrm>
        </p:spPr>
        <p:txBody>
          <a:bodyPr/>
          <a:lstStyle/>
          <a:p>
            <a:endParaRPr lang="de-DE" dirty="0"/>
          </a:p>
        </p:txBody>
      </p:sp>
      <p:pic>
        <p:nvPicPr>
          <p:cNvPr id="2" name="Picture 1" descr="May include: A painting of Napoleon Bonaparte on horseback, wearing a red cloak and a bicorne hat. He is riding a white horse with a flowing mane and tail. The horse is rearing up on its hind legs, and Napoleon is pointing with his right hand. The background is a mountainous landscape with a cloudy sky.">
            <a:extLst>
              <a:ext uri="{FF2B5EF4-FFF2-40B4-BE49-F238E27FC236}">
                <a16:creationId xmlns:a16="http://schemas.microsoft.com/office/drawing/2014/main" id="{AEBB47A0-D26A-CB80-49AE-77E1E7B91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914" y="1"/>
            <a:ext cx="57401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557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B70D7-EF95-B594-6442-8538B1B8E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A235DDB-BABA-DF0C-B1A7-B3C9FBA00EC6}"/>
              </a:ext>
            </a:extLst>
          </p:cNvPr>
          <p:cNvSpPr txBox="1"/>
          <p:nvPr/>
        </p:nvSpPr>
        <p:spPr>
          <a:xfrm>
            <a:off x="254773" y="4129785"/>
            <a:ext cx="3225545" cy="17235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3200" kern="100" dirty="0">
              <a:solidFill>
                <a:srgbClr val="EA1C0A"/>
              </a:solidFill>
              <a:latin typeface="+mj-lt"/>
              <a:ea typeface="+mj-ea"/>
              <a:cs typeface="+mj-cs"/>
            </a:endParaRPr>
          </a:p>
          <a:p>
            <a:endParaRPr lang="en-US" sz="2400" dirty="0">
              <a:latin typeface="EON Brix Sans" panose="020B0500000000000000" pitchFamily="34" charset="77"/>
            </a:endParaRPr>
          </a:p>
          <a:p>
            <a:r>
              <a:rPr lang="en-US" sz="2400" dirty="0">
                <a:latin typeface="EON Brix Sans" panose="020B0500000000000000" pitchFamily="34" charset="77"/>
              </a:rPr>
              <a:t>Agent = Harness + LLM</a:t>
            </a:r>
          </a:p>
          <a:p>
            <a:endParaRPr lang="en-US" sz="2400" dirty="0">
              <a:latin typeface="EON Brix Sans" panose="020B0500000000000000" pitchFamily="34" charset="77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DE4FAD38-C878-3563-7941-FF1E7972E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4573"/>
            <a:ext cx="9872452" cy="440643"/>
          </a:xfrm>
        </p:spPr>
        <p:txBody>
          <a:bodyPr/>
          <a:lstStyle/>
          <a:p>
            <a:r>
              <a:rPr lang="en-US" dirty="0">
                <a:latin typeface="EON Brix Sans" panose="020B0500000000000000" pitchFamily="34" charset="77"/>
              </a:rPr>
              <a:t>User + Copilot agent=</a:t>
            </a:r>
            <a:br>
              <a:rPr lang="en-RO" dirty="0"/>
            </a:br>
            <a:endParaRPr lang="de-DE" dirty="0"/>
          </a:p>
        </p:txBody>
      </p:sp>
      <p:pic>
        <p:nvPicPr>
          <p:cNvPr id="2" name="Picture 1" descr="May include: A painting of Napoleon Bonaparte on horseback, wearing a red cloak and a bicorne hat. He is riding a white horse with a flowing mane and tail. The horse is rearing up on its hind legs, and Napoleon is pointing with his right hand. The background is a mountainous landscape with a cloudy sky.">
            <a:extLst>
              <a:ext uri="{FF2B5EF4-FFF2-40B4-BE49-F238E27FC236}">
                <a16:creationId xmlns:a16="http://schemas.microsoft.com/office/drawing/2014/main" id="{3980BF3F-1ACE-A885-A104-C1A69B161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914" y="-5797"/>
            <a:ext cx="5745029" cy="6863798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40C0F3C-53D7-290C-0BBA-F16E82E84813}"/>
              </a:ext>
            </a:extLst>
          </p:cNvPr>
          <p:cNvCxnSpPr>
            <a:cxnSpLocks/>
          </p:cNvCxnSpPr>
          <p:nvPr/>
        </p:nvCxnSpPr>
        <p:spPr>
          <a:xfrm>
            <a:off x="2136710" y="3463424"/>
            <a:ext cx="3021323" cy="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EB68B53-95C5-1057-F592-CEC842AA729E}"/>
              </a:ext>
            </a:extLst>
          </p:cNvPr>
          <p:cNvCxnSpPr>
            <a:cxnSpLocks/>
          </p:cNvCxnSpPr>
          <p:nvPr/>
        </p:nvCxnSpPr>
        <p:spPr>
          <a:xfrm>
            <a:off x="2136710" y="2491586"/>
            <a:ext cx="4330718" cy="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D0613AA-B632-08BC-74EC-53FC8815E3D8}"/>
              </a:ext>
            </a:extLst>
          </p:cNvPr>
          <p:cNvSpPr txBox="1"/>
          <p:nvPr/>
        </p:nvSpPr>
        <p:spPr>
          <a:xfrm>
            <a:off x="849087" y="2260753"/>
            <a:ext cx="12876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EON Brix Sans" panose="020B0500000000000000" pitchFamily="34" charset="77"/>
              </a:rPr>
              <a:t>Harness</a:t>
            </a:r>
            <a:endParaRPr lang="en-RO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926B4B-65DE-F1C1-240B-5B36A2741135}"/>
              </a:ext>
            </a:extLst>
          </p:cNvPr>
          <p:cNvSpPr txBox="1"/>
          <p:nvPr/>
        </p:nvSpPr>
        <p:spPr>
          <a:xfrm>
            <a:off x="849087" y="3195269"/>
            <a:ext cx="8864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EON Brix Sans" panose="020B0500000000000000" pitchFamily="34" charset="77"/>
              </a:rPr>
              <a:t>LLM</a:t>
            </a:r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3243677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40A9B-B86E-5AA3-04DB-C5B5082B8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99932-A605-5C0A-B1F4-9541B0C4E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485B4E-F418-154E-E668-CAE892B85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Picture 4" descr="The canonical agent architecture: A while loop with tools - Blog -  Braintrust">
            <a:extLst>
              <a:ext uri="{FF2B5EF4-FFF2-40B4-BE49-F238E27FC236}">
                <a16:creationId xmlns:a16="http://schemas.microsoft.com/office/drawing/2014/main" id="{38193270-85FB-C877-01DE-90DDE2EFB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555" y="1289050"/>
            <a:ext cx="7620000" cy="4279900"/>
          </a:xfrm>
          <a:prstGeom prst="rect">
            <a:avLst/>
          </a:prstGeom>
        </p:spPr>
      </p:pic>
      <p:pic>
        <p:nvPicPr>
          <p:cNvPr id="6" name="Picture 5" descr="The canonical agent architecture: A while loop with tools - Blog -  Braintrust">
            <a:extLst>
              <a:ext uri="{FF2B5EF4-FFF2-40B4-BE49-F238E27FC236}">
                <a16:creationId xmlns:a16="http://schemas.microsoft.com/office/drawing/2014/main" id="{03302092-8C5F-7C2B-ABDA-BEF1C9E1A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90" y="0"/>
            <a:ext cx="12043980" cy="676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049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969AD-3EDB-5216-1662-7FB66C15C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BAE9497-4076-81DE-EBBF-14EC0AC0069D}"/>
              </a:ext>
            </a:extLst>
          </p:cNvPr>
          <p:cNvSpPr txBox="1"/>
          <p:nvPr/>
        </p:nvSpPr>
        <p:spPr>
          <a:xfrm>
            <a:off x="590675" y="315993"/>
            <a:ext cx="11010651" cy="17235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3200" kern="100" dirty="0">
              <a:solidFill>
                <a:srgbClr val="EA1C0A"/>
              </a:solidFill>
              <a:latin typeface="+mj-lt"/>
              <a:ea typeface="+mj-ea"/>
              <a:cs typeface="+mj-cs"/>
            </a:endParaRPr>
          </a:p>
          <a:p>
            <a:endParaRPr lang="en-US" sz="2400" dirty="0">
              <a:latin typeface="EON Brix Sans" panose="020B0500000000000000" pitchFamily="34" charset="77"/>
            </a:endParaRPr>
          </a:p>
          <a:p>
            <a:endParaRPr lang="en-US" sz="2400" dirty="0">
              <a:latin typeface="EON Brix Sans" panose="020B0500000000000000" pitchFamily="34" charset="77"/>
            </a:endParaRPr>
          </a:p>
          <a:p>
            <a:endParaRPr lang="en-US" sz="2400" dirty="0">
              <a:latin typeface="EON Brix Sans" panose="020B0500000000000000" pitchFamily="34" charset="77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34C1D120-70B6-E9FF-2246-6E0A60FB1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0"/>
            <a:ext cx="9872452" cy="440643"/>
          </a:xfrm>
        </p:spPr>
        <p:txBody>
          <a:bodyPr/>
          <a:lstStyle/>
          <a:p>
            <a:r>
              <a:rPr lang="de-DE" dirty="0"/>
              <a:t>2. Demo </a:t>
            </a:r>
            <a:r>
              <a:rPr lang="de-DE" dirty="0">
                <a:sym typeface="Wingdings" pitchFamily="2" charset="2"/>
              </a:rPr>
              <a:t></a:t>
            </a:r>
            <a:endParaRPr lang="de-DE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A50A54-5C68-77E8-8E8D-CB7FC29A2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6305" y="1651000"/>
            <a:ext cx="4762500" cy="3556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2F238D-1E0F-F269-7A04-9F4179AFE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4667" y="0"/>
            <a:ext cx="8931480" cy="666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399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CCAF0-AC17-37D8-71AF-493F81D1A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7695054-4C3D-EB61-BFD9-436202314F6E}"/>
              </a:ext>
            </a:extLst>
          </p:cNvPr>
          <p:cNvSpPr txBox="1"/>
          <p:nvPr/>
        </p:nvSpPr>
        <p:spPr>
          <a:xfrm>
            <a:off x="590673" y="82728"/>
            <a:ext cx="11601327" cy="72635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3200" kern="100" dirty="0">
              <a:solidFill>
                <a:srgbClr val="EA1C0A"/>
              </a:solidFill>
              <a:latin typeface="+mj-lt"/>
              <a:ea typeface="+mj-ea"/>
              <a:cs typeface="+mj-cs"/>
            </a:endParaRPr>
          </a:p>
          <a:p>
            <a:endParaRPr lang="en-US" sz="2400" dirty="0">
              <a:latin typeface="EON Brix Sans" panose="020B0500000000000000" pitchFamily="34" charset="77"/>
            </a:endParaRPr>
          </a:p>
          <a:p>
            <a:pPr marL="342900" indent="-342900">
              <a:buFontTx/>
              <a:buChar char="-"/>
            </a:pPr>
            <a:r>
              <a:rPr lang="en-US" sz="2400" dirty="0">
                <a:latin typeface="EON Brix Sans" panose="020B0500000000000000" pitchFamily="34" charset="77"/>
              </a:rPr>
              <a:t>Custom Agent – only select relevant tools. This saves space in context windows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latin typeface="EON Brix Sans" panose="020B0500000000000000" pitchFamily="34" charset="77"/>
              </a:rPr>
              <a:t>Prompt Template – common prompts can be saved as templates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latin typeface="EON Brix Sans" panose="020B0500000000000000" pitchFamily="34" charset="77"/>
              </a:rPr>
              <a:t>Instructions – Layers of architecture can be modeled as </a:t>
            </a:r>
            <a:r>
              <a:rPr lang="en-US" sz="2400" dirty="0" err="1">
                <a:latin typeface="EON Brix Sans" panose="020B0500000000000000" pitchFamily="34" charset="77"/>
              </a:rPr>
              <a:t>instruction.md</a:t>
            </a:r>
            <a:r>
              <a:rPr lang="en-US" sz="2400" dirty="0">
                <a:latin typeface="EON Brix Sans" panose="020B0500000000000000" pitchFamily="34" charset="77"/>
              </a:rPr>
              <a:t> files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latin typeface="EON Brix Sans" panose="020B0500000000000000" pitchFamily="34" charset="77"/>
              </a:rPr>
              <a:t>Skills-help the agent to learn a certain skill. </a:t>
            </a:r>
          </a:p>
          <a:p>
            <a:pPr marL="800100" lvl="1" indent="-342900">
              <a:buFontTx/>
              <a:buChar char="-"/>
            </a:pPr>
            <a:r>
              <a:rPr lang="en-US" sz="2400" dirty="0">
                <a:latin typeface="EON Brix Sans" panose="020B0500000000000000" pitchFamily="34" charset="77"/>
                <a:hlinkClick r:id="rId3"/>
              </a:rPr>
              <a:t>https://github.com/supabase/agent-skills/blob/main/skills/supabase-postgres-best-practices/SKILL.md</a:t>
            </a:r>
            <a:r>
              <a:rPr lang="en-US" sz="2400" dirty="0">
                <a:latin typeface="EON Brix Sans" panose="020B0500000000000000" pitchFamily="34" charset="77"/>
              </a:rPr>
              <a:t> </a:t>
            </a:r>
          </a:p>
          <a:p>
            <a:pPr marL="800100" lvl="1" indent="-342900">
              <a:buFontTx/>
              <a:buChar char="-"/>
            </a:pPr>
            <a:r>
              <a:rPr lang="en-US" sz="2400" dirty="0">
                <a:latin typeface="EON Brix Sans" panose="020B0500000000000000" pitchFamily="34" charset="77"/>
              </a:rPr>
              <a:t>draw abstract pictures: </a:t>
            </a:r>
            <a:r>
              <a:rPr lang="en-US" sz="2400" dirty="0">
                <a:latin typeface="EON Brix Sans" panose="020B0500000000000000" pitchFamily="34" charset="77"/>
                <a:hlinkClick r:id="rId4"/>
              </a:rPr>
              <a:t>https://github.com/anthropics/skills/blob/main/skills/algorithmic-art/SKILL.md</a:t>
            </a:r>
            <a:r>
              <a:rPr lang="en-US" sz="2400" dirty="0">
                <a:latin typeface="EON Brix Sans" panose="020B0500000000000000" pitchFamily="34" charset="77"/>
              </a:rPr>
              <a:t> 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latin typeface="EON Brix Sans" panose="020B0500000000000000" pitchFamily="34" charset="77"/>
              </a:rPr>
              <a:t>Tools functions that an agent can call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latin typeface="EON Brix Sans" panose="020B0500000000000000" pitchFamily="34" charset="77"/>
              </a:rPr>
              <a:t>MCP – API for Agents 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latin typeface="EON Brix Sans" panose="020B0500000000000000" pitchFamily="34" charset="77"/>
              </a:rPr>
              <a:t>Agent Loop negative feedback loop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latin typeface="EON Brix Sans" panose="020B0500000000000000" pitchFamily="34" charset="77"/>
              </a:rPr>
              <a:t>Tools- business specific or public functions that the agent can access. </a:t>
            </a:r>
            <a:r>
              <a:rPr lang="en-US" sz="2400" dirty="0" err="1">
                <a:latin typeface="EON Brix Sans" panose="020B0500000000000000" pitchFamily="34" charset="77"/>
              </a:rPr>
              <a:t>E.g</a:t>
            </a:r>
            <a:r>
              <a:rPr lang="en-US" sz="2400" dirty="0">
                <a:latin typeface="EON Brix Sans" panose="020B0500000000000000" pitchFamily="34" charset="77"/>
              </a:rPr>
              <a:t> </a:t>
            </a:r>
            <a:r>
              <a:rPr lang="en-US" sz="2400" dirty="0" err="1">
                <a:latin typeface="EON Brix Sans" panose="020B0500000000000000" pitchFamily="34" charset="77"/>
              </a:rPr>
              <a:t>get_weather</a:t>
            </a:r>
            <a:r>
              <a:rPr lang="en-US" sz="2400" dirty="0">
                <a:latin typeface="EON Brix Sans" panose="020B0500000000000000" pitchFamily="34" charset="77"/>
              </a:rPr>
              <a:t>(</a:t>
            </a:r>
            <a:r>
              <a:rPr lang="en-US" sz="2400" dirty="0" err="1">
                <a:latin typeface="EON Brix Sans" panose="020B0500000000000000" pitchFamily="34" charset="77"/>
              </a:rPr>
              <a:t>city_name</a:t>
            </a:r>
            <a:r>
              <a:rPr lang="en-US" sz="2400" dirty="0">
                <a:latin typeface="EON Brix Sans" panose="020B0500000000000000" pitchFamily="34" charset="77"/>
              </a:rPr>
              <a:t>)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latin typeface="EON Brix Sans" panose="020B0500000000000000" pitchFamily="34" charset="77"/>
              </a:rPr>
              <a:t>Context Window- agent memory (user/system chat + all chat/response history )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latin typeface="EON Brix Sans" panose="020B0500000000000000" pitchFamily="34" charset="77"/>
              </a:rPr>
              <a:t>Planning Mode – human will review the plan and fix open items that the agent may have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latin typeface="EON Brix Sans" panose="020B0500000000000000" pitchFamily="34" charset="77"/>
              </a:rPr>
              <a:t>Agentic Mode – implementation after the planning mode</a:t>
            </a:r>
          </a:p>
          <a:p>
            <a:endParaRPr lang="en-US" sz="2400" dirty="0">
              <a:latin typeface="EON Brix Sans" panose="020B0500000000000000" pitchFamily="34" charset="77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66807E12-4AE5-4810-8CD7-BEDF3CFB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999" y="504000"/>
            <a:ext cx="11097325" cy="440643"/>
          </a:xfrm>
        </p:spPr>
        <p:txBody>
          <a:bodyPr/>
          <a:lstStyle/>
          <a:p>
            <a:r>
              <a:rPr lang="en-RO" dirty="0">
                <a:latin typeface="EON Brix Sans" panose="020B0500000000000000" pitchFamily="34" charset="77"/>
              </a:rPr>
              <a:t>3. Agentic AI capabilities (will reduce AI hallucinations/limitations )</a:t>
            </a:r>
            <a:br>
              <a:rPr lang="en-RO" dirty="0">
                <a:latin typeface="EON Brix Sans" panose="020B0500000000000000" pitchFamily="34" charset="77"/>
              </a:rPr>
            </a:br>
            <a:r>
              <a:rPr lang="en-RO" dirty="0">
                <a:latin typeface="EON Brix Sans" panose="020B0500000000000000" pitchFamily="34" charset="77"/>
              </a:rPr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29564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The AI Takeover: A Hilarious Look at the Future | by Jagadeesh ...">
            <a:extLst>
              <a:ext uri="{FF2B5EF4-FFF2-40B4-BE49-F238E27FC236}">
                <a16:creationId xmlns:a16="http://schemas.microsoft.com/office/drawing/2014/main" id="{1435A8B1-FB4E-5AF5-245F-28C5F81F616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tretch/>
        </p:blipFill>
        <p:spPr>
          <a:xfrm>
            <a:off x="2008216" y="68263"/>
            <a:ext cx="8175568" cy="67214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27359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93E55-956D-B96D-CF7D-1E317879A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6498095-B38D-AEE0-3B5A-586D583C54EC}"/>
              </a:ext>
            </a:extLst>
          </p:cNvPr>
          <p:cNvSpPr txBox="1"/>
          <p:nvPr/>
        </p:nvSpPr>
        <p:spPr>
          <a:xfrm>
            <a:off x="590675" y="315993"/>
            <a:ext cx="11010651" cy="17235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3200" kern="100" dirty="0">
              <a:solidFill>
                <a:srgbClr val="EA1C0A"/>
              </a:solidFill>
              <a:latin typeface="+mj-lt"/>
              <a:ea typeface="+mj-ea"/>
              <a:cs typeface="+mj-cs"/>
            </a:endParaRPr>
          </a:p>
          <a:p>
            <a:endParaRPr lang="en-US" sz="2400" dirty="0">
              <a:latin typeface="EON Brix Sans" panose="020B0500000000000000" pitchFamily="34" charset="77"/>
            </a:endParaRPr>
          </a:p>
          <a:p>
            <a:endParaRPr lang="en-US" sz="2400" dirty="0">
              <a:latin typeface="EON Brix Sans" panose="020B0500000000000000" pitchFamily="34" charset="77"/>
            </a:endParaRPr>
          </a:p>
          <a:p>
            <a:endParaRPr lang="en-US" sz="2400" dirty="0">
              <a:latin typeface="EON Brix Sans" panose="020B0500000000000000" pitchFamily="34" charset="77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04210A2-466B-2321-F6B2-13E00AFD5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0"/>
            <a:ext cx="9872452" cy="440643"/>
          </a:xfrm>
        </p:spPr>
        <p:txBody>
          <a:bodyPr/>
          <a:lstStyle/>
          <a:p>
            <a:r>
              <a:rPr lang="de-DE" dirty="0"/>
              <a:t>4. </a:t>
            </a:r>
            <a:r>
              <a:rPr lang="en-RO" dirty="0">
                <a:latin typeface="EON Brix Sans" panose="020B0500000000000000" pitchFamily="34" charset="77"/>
              </a:rPr>
              <a:t>Benefits and limitations of agentic AI</a:t>
            </a:r>
            <a:br>
              <a:rPr lang="en-RO" dirty="0">
                <a:latin typeface="EON Brix Sans" panose="020B0500000000000000" pitchFamily="34" charset="77"/>
              </a:rPr>
            </a:br>
            <a:endParaRPr lang="de-DE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FC2EE6-A8F4-7DC7-CE43-AC149B3DB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366099"/>
              </p:ext>
            </p:extLst>
          </p:nvPr>
        </p:nvGraphicFramePr>
        <p:xfrm>
          <a:off x="479425" y="1132650"/>
          <a:ext cx="11233150" cy="4373276"/>
        </p:xfrm>
        <a:graphic>
          <a:graphicData uri="http://schemas.openxmlformats.org/drawingml/2006/table">
            <a:tbl>
              <a:tblPr>
                <a:tableStyleId>{F2DE63D5-997A-4646-A377-4702673A728D}</a:tableStyleId>
              </a:tblPr>
              <a:tblGrid>
                <a:gridCol w="5616575">
                  <a:extLst>
                    <a:ext uri="{9D8B030D-6E8A-4147-A177-3AD203B41FA5}">
                      <a16:colId xmlns:a16="http://schemas.microsoft.com/office/drawing/2014/main" val="594030"/>
                    </a:ext>
                  </a:extLst>
                </a:gridCol>
                <a:gridCol w="5616575">
                  <a:extLst>
                    <a:ext uri="{9D8B030D-6E8A-4147-A177-3AD203B41FA5}">
                      <a16:colId xmlns:a16="http://schemas.microsoft.com/office/drawing/2014/main" val="3939398914"/>
                    </a:ext>
                  </a:extLst>
                </a:gridCol>
              </a:tblGrid>
              <a:tr h="485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RO" b="1" dirty="0"/>
                        <a:t>Benefits of Agentic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RO" b="1" dirty="0"/>
                        <a:t>Limitations of Agentic 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384652"/>
                  </a:ext>
                </a:extLst>
              </a:tr>
              <a:tr h="850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RO"/>
                        <a:t>Automates complex multi-step tasks with minimal human intervention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RO" dirty="0"/>
                        <a:t>May make incorrect decisions due to flawed reasoning or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4276531"/>
                  </a:ext>
                </a:extLst>
              </a:tr>
              <a:tr h="850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RO"/>
                        <a:t>Improves productivity by handling repetitive and time-consuming 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RO" dirty="0"/>
                        <a:t>Requires strong governance and oversight to prevent errors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896132"/>
                  </a:ext>
                </a:extLst>
              </a:tr>
              <a:tr h="850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RO"/>
                        <a:t>Adapts dynamically to changing situations and goals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RO"/>
                        <a:t>Can be difficult to explain or audit decision-making processes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0511449"/>
                  </a:ext>
                </a:extLst>
              </a:tr>
              <a:tr h="485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RO"/>
                        <a:t>Enables 24/7 operation and faster response times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RO"/>
                        <a:t>Security and privacy risks increase with greater autonomy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108024"/>
                  </a:ext>
                </a:extLst>
              </a:tr>
              <a:tr h="850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RO" dirty="0"/>
                        <a:t>Coordinates across tools, systems, and workflows to achieve outcomes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RO" dirty="0"/>
                        <a:t>Implementation and maintenance can be costly and complex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858163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47EB78F-9FE3-D2E0-C5A9-F323AD8CD609}"/>
              </a:ext>
            </a:extLst>
          </p:cNvPr>
          <p:cNvSpPr txBox="1"/>
          <p:nvPr/>
        </p:nvSpPr>
        <p:spPr>
          <a:xfrm>
            <a:off x="479425" y="5680472"/>
            <a:ext cx="11233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RO" sz="1800" b="1" i="0">
                <a:effectLst/>
                <a:latin typeface="+mn-lt"/>
              </a:rPr>
              <a:t>Summary:</a:t>
            </a:r>
            <a:r>
              <a:rPr lang="en-RO" sz="1800" b="0" i="0">
                <a:effectLst/>
                <a:latin typeface="+mn-lt"/>
              </a:rPr>
              <a:t> Agentic AI excels at autonomous task execution, adaptability, and productivity gains, but organizations must address challenges related to accuracy, transparency, security, and governance.</a:t>
            </a:r>
            <a:endParaRPr lang="en-RO" sz="1800" b="0" i="0">
              <a:effectLst/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A56F9A-9A51-BEB6-7F6E-ACBE3C15658C}"/>
              </a:ext>
            </a:extLst>
          </p:cNvPr>
          <p:cNvSpPr/>
          <p:nvPr/>
        </p:nvSpPr>
        <p:spPr>
          <a:xfrm>
            <a:off x="6096000" y="1649691"/>
            <a:ext cx="5505326" cy="8107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 defTabSz="540000">
              <a:lnSpc>
                <a:spcPct val="120000"/>
              </a:lnSpc>
              <a:spcAft>
                <a:spcPts val="400"/>
              </a:spcAft>
            </a:pPr>
            <a:endParaRPr lang="en-RO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ACAC82-F5F1-189D-0150-4689F8F887BB}"/>
              </a:ext>
            </a:extLst>
          </p:cNvPr>
          <p:cNvSpPr/>
          <p:nvPr/>
        </p:nvSpPr>
        <p:spPr>
          <a:xfrm>
            <a:off x="6096000" y="1649691"/>
            <a:ext cx="5505325" cy="81070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 defTabSz="540000">
              <a:lnSpc>
                <a:spcPct val="120000"/>
              </a:lnSpc>
              <a:spcAft>
                <a:spcPts val="400"/>
              </a:spcAft>
            </a:pPr>
            <a:endParaRPr lang="en-RO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5CDB4B-731F-C803-F853-5B0109381990}"/>
              </a:ext>
            </a:extLst>
          </p:cNvPr>
          <p:cNvSpPr/>
          <p:nvPr/>
        </p:nvSpPr>
        <p:spPr>
          <a:xfrm>
            <a:off x="6095999" y="4601852"/>
            <a:ext cx="5505325" cy="81070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 defTabSz="540000">
              <a:lnSpc>
                <a:spcPct val="120000"/>
              </a:lnSpc>
              <a:spcAft>
                <a:spcPts val="400"/>
              </a:spcAft>
            </a:pPr>
            <a:endParaRPr lang="en-RO" sz="1400" dirty="0"/>
          </a:p>
        </p:txBody>
      </p:sp>
    </p:spTree>
    <p:extLst>
      <p:ext uri="{BB962C8B-B14F-4D97-AF65-F5344CB8AC3E}">
        <p14:creationId xmlns:p14="http://schemas.microsoft.com/office/powerpoint/2010/main" val="3704565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A16F8-F11E-6E0C-24A5-2F11DDAC0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RO"/>
          </a:p>
        </p:txBody>
      </p:sp>
      <p:pic>
        <p:nvPicPr>
          <p:cNvPr id="5" name="Content Placeholder 4" descr="Top 37 AI Memes of 2026: Funniest Artificial Intelligence Memes">
            <a:extLst>
              <a:ext uri="{FF2B5EF4-FFF2-40B4-BE49-F238E27FC236}">
                <a16:creationId xmlns:a16="http://schemas.microsoft.com/office/drawing/2014/main" id="{94C591EC-C4E2-4F3E-5757-FCC1D5C725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8469" y="-217932"/>
            <a:ext cx="4741131" cy="7127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6B1120-A847-F738-13A9-69B5F08AC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4693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54E27-B37B-CE20-9863-A5A3930B2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CEE591F-0D42-7543-D933-9BB3A4D0D9B6}"/>
              </a:ext>
            </a:extLst>
          </p:cNvPr>
          <p:cNvSpPr txBox="1"/>
          <p:nvPr/>
        </p:nvSpPr>
        <p:spPr>
          <a:xfrm>
            <a:off x="590675" y="315993"/>
            <a:ext cx="11010651" cy="54168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3200" kern="100" dirty="0">
              <a:solidFill>
                <a:srgbClr val="EA1C0A"/>
              </a:solidFill>
              <a:latin typeface="+mj-lt"/>
              <a:ea typeface="+mj-ea"/>
              <a:cs typeface="+mj-cs"/>
            </a:endParaRPr>
          </a:p>
          <a:p>
            <a:endParaRPr lang="en-US" sz="2400" dirty="0">
              <a:latin typeface="EON Brix Sans" panose="020B0500000000000000" pitchFamily="34" charset="77"/>
            </a:endParaRPr>
          </a:p>
          <a:p>
            <a:r>
              <a:rPr lang="en-US" sz="2400" dirty="0">
                <a:latin typeface="EON Brix Sans" panose="020B0500000000000000" pitchFamily="34" charset="77"/>
              </a:rPr>
              <a:t>Humans can compensate the things that AI can’t do: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latin typeface="EON Brix Sans" panose="020B0500000000000000" pitchFamily="34" charset="77"/>
              </a:rPr>
              <a:t>Be a supervisor/tech-lead of the AI agent/agents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latin typeface="EON Brix Sans" panose="020B0500000000000000" pitchFamily="34" charset="77"/>
              </a:rPr>
              <a:t>Do design and review the AI’s work:</a:t>
            </a:r>
          </a:p>
          <a:p>
            <a:r>
              <a:rPr lang="en-US" sz="2400" dirty="0">
                <a:latin typeface="EON Brix Sans" panose="020B0500000000000000" pitchFamily="34" charset="77"/>
              </a:rPr>
              <a:t>	 e.g. plan mode -agent work- review (code review)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latin typeface="EON Brix Sans" panose="020B0500000000000000" pitchFamily="34" charset="77"/>
              </a:rPr>
              <a:t>Reduce hallucinations with instructions/</a:t>
            </a:r>
            <a:r>
              <a:rPr lang="en-US" sz="2400" dirty="0" err="1">
                <a:latin typeface="EON Brix Sans" panose="020B0500000000000000" pitchFamily="34" charset="77"/>
              </a:rPr>
              <a:t>skill.md</a:t>
            </a:r>
            <a:endParaRPr lang="en-US" sz="2400" dirty="0">
              <a:latin typeface="EON Brix Sans" panose="020B0500000000000000" pitchFamily="34" charset="77"/>
            </a:endParaRPr>
          </a:p>
          <a:p>
            <a:pPr marL="342900" indent="-342900">
              <a:buFontTx/>
              <a:buChar char="-"/>
            </a:pPr>
            <a:r>
              <a:rPr lang="en-US" sz="2400" dirty="0">
                <a:latin typeface="EON Brix Sans" panose="020B0500000000000000" pitchFamily="34" charset="77"/>
              </a:rPr>
              <a:t>Use planning mode to review and correct the agent’s plan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latin typeface="EON Brix Sans" panose="020B0500000000000000" pitchFamily="34" charset="77"/>
              </a:rPr>
              <a:t>Use critical thinking to check the agent reasoning</a:t>
            </a:r>
          </a:p>
          <a:p>
            <a:r>
              <a:rPr lang="en-US" sz="2400" dirty="0">
                <a:latin typeface="EON Brix Sans" panose="020B0500000000000000" pitchFamily="34" charset="77"/>
              </a:rPr>
              <a:t>	</a:t>
            </a:r>
            <a:r>
              <a:rPr lang="en-US" sz="2400" dirty="0" err="1">
                <a:latin typeface="EON Brix Sans" panose="020B0500000000000000" pitchFamily="34" charset="77"/>
              </a:rPr>
              <a:t>e.g</a:t>
            </a:r>
            <a:r>
              <a:rPr lang="en-US" sz="2400" dirty="0">
                <a:latin typeface="EON Brix Sans" panose="020B0500000000000000" pitchFamily="34" charset="77"/>
              </a:rPr>
              <a:t>: why should I learn agentic AI. Use the six hats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latin typeface="EON Brix Sans" panose="020B0500000000000000" pitchFamily="34" charset="77"/>
              </a:rPr>
              <a:t>Fundamental matter. AI is just a layer, on top of what was required in the past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latin typeface="EON Brix Sans" panose="020B0500000000000000" pitchFamily="34" charset="77"/>
              </a:rPr>
              <a:t>System design and System thinking</a:t>
            </a:r>
          </a:p>
          <a:p>
            <a:pPr marL="342900" indent="-342900">
              <a:buFontTx/>
              <a:buChar char="-"/>
            </a:pPr>
            <a:endParaRPr lang="en-US" sz="2400" dirty="0">
              <a:latin typeface="EON Brix Sans" panose="020B0500000000000000" pitchFamily="34" charset="77"/>
            </a:endParaRPr>
          </a:p>
          <a:p>
            <a:r>
              <a:rPr lang="en-US" sz="2400" dirty="0">
                <a:latin typeface="EON Brix Sans" panose="020B0500000000000000" pitchFamily="34" charset="77"/>
              </a:rPr>
              <a:t> 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4D1EB151-1554-2A19-8A34-09B077298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0"/>
            <a:ext cx="9872452" cy="440643"/>
          </a:xfrm>
        </p:spPr>
        <p:txBody>
          <a:bodyPr/>
          <a:lstStyle/>
          <a:p>
            <a:r>
              <a:rPr lang="en-RO" dirty="0">
                <a:latin typeface="EON Brix Sans" panose="020B0500000000000000" pitchFamily="34" charset="77"/>
              </a:rPr>
              <a:t>5. A place for humans, in the Agentic AI world</a:t>
            </a:r>
            <a:br>
              <a:rPr lang="en-RO" dirty="0">
                <a:latin typeface="EON Brix Sans" panose="020B0500000000000000" pitchFamily="34" charset="77"/>
              </a:rPr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55638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The Best Memes about AI - by Mark McNeilly - Mimir's Well">
            <a:extLst>
              <a:ext uri="{FF2B5EF4-FFF2-40B4-BE49-F238E27FC236}">
                <a16:creationId xmlns:a16="http://schemas.microsoft.com/office/drawing/2014/main" id="{B8838513-6B06-5F7C-32F1-EFD53F9FF9A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tretch/>
        </p:blipFill>
        <p:spPr>
          <a:xfrm>
            <a:off x="1466048" y="68263"/>
            <a:ext cx="9259904" cy="67214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7064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6C2F8-B541-4715-45EA-7B40B64D2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9F18781-58F1-672F-D35B-9D7D641C2CA9}"/>
              </a:ext>
            </a:extLst>
          </p:cNvPr>
          <p:cNvSpPr txBox="1"/>
          <p:nvPr/>
        </p:nvSpPr>
        <p:spPr>
          <a:xfrm>
            <a:off x="590675" y="315993"/>
            <a:ext cx="11010651" cy="17235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3200" kern="100" dirty="0">
              <a:solidFill>
                <a:srgbClr val="EA1C0A"/>
              </a:solidFill>
              <a:latin typeface="+mj-lt"/>
              <a:ea typeface="+mj-ea"/>
              <a:cs typeface="+mj-cs"/>
            </a:endParaRPr>
          </a:p>
          <a:p>
            <a:endParaRPr lang="en-US" sz="2400" dirty="0">
              <a:latin typeface="EON Brix Sans" panose="020B0500000000000000" pitchFamily="34" charset="77"/>
            </a:endParaRPr>
          </a:p>
          <a:p>
            <a:endParaRPr lang="en-US" sz="2400" dirty="0">
              <a:latin typeface="EON Brix Sans" panose="020B0500000000000000" pitchFamily="34" charset="77"/>
            </a:endParaRPr>
          </a:p>
          <a:p>
            <a:endParaRPr lang="en-US" sz="2400" dirty="0">
              <a:latin typeface="EON Brix Sans" panose="020B0500000000000000" pitchFamily="34" charset="77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635F2748-E369-1BB9-F2C9-B65C4D024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0"/>
            <a:ext cx="9872452" cy="440643"/>
          </a:xfrm>
        </p:spPr>
        <p:txBody>
          <a:bodyPr/>
          <a:lstStyle/>
          <a:p>
            <a:r>
              <a:rPr lang="de-DE" dirty="0">
                <a:latin typeface="EON Brix Sans" panose="020B0500000000000000" pitchFamily="34" charset="77"/>
              </a:rPr>
              <a:t>6. </a:t>
            </a:r>
            <a:r>
              <a:rPr lang="en-RO" dirty="0">
                <a:latin typeface="EON Brix Sans" panose="020B0500000000000000" pitchFamily="34" charset="77"/>
              </a:rPr>
              <a:t>How to use AI in current (brownfield) and new projects (greenfield)</a:t>
            </a:r>
            <a:br>
              <a:rPr lang="en-RO" dirty="0">
                <a:latin typeface="EON Brix Sans" panose="020B0500000000000000" pitchFamily="34" charset="77"/>
              </a:rPr>
            </a:br>
            <a:br>
              <a:rPr lang="en-RO" dirty="0">
                <a:latin typeface="EON Brix Sans" panose="020B0500000000000000" pitchFamily="34" charset="77"/>
              </a:rPr>
            </a:br>
            <a:br>
              <a:rPr lang="en-RO" dirty="0">
                <a:latin typeface="EON Brix Sans" panose="020B0500000000000000" pitchFamily="34" charset="77"/>
              </a:rPr>
            </a:br>
            <a:endParaRPr lang="de-DE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216FFE-5687-F833-404B-35F160880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798" y="1602739"/>
            <a:ext cx="7670800" cy="1968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0D649F-06F5-74A2-3DEE-137FE6972B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4798" y="4199535"/>
            <a:ext cx="4978400" cy="151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101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16FD-290E-35F9-790B-14700FFB3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0ECE52A-01F2-4B61-D0B3-C73DAC38BE54}"/>
              </a:ext>
            </a:extLst>
          </p:cNvPr>
          <p:cNvSpPr txBox="1"/>
          <p:nvPr/>
        </p:nvSpPr>
        <p:spPr>
          <a:xfrm>
            <a:off x="590675" y="315993"/>
            <a:ext cx="11010651" cy="17235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3200" kern="100" dirty="0">
              <a:solidFill>
                <a:srgbClr val="EA1C0A"/>
              </a:solidFill>
              <a:latin typeface="+mj-lt"/>
              <a:ea typeface="+mj-ea"/>
              <a:cs typeface="+mj-cs"/>
            </a:endParaRPr>
          </a:p>
          <a:p>
            <a:endParaRPr lang="en-US" sz="2400" dirty="0">
              <a:latin typeface="EON Brix Sans" panose="020B0500000000000000" pitchFamily="34" charset="77"/>
            </a:endParaRPr>
          </a:p>
          <a:p>
            <a:endParaRPr lang="en-US" sz="2400" dirty="0">
              <a:latin typeface="EON Brix Sans" panose="020B0500000000000000" pitchFamily="34" charset="77"/>
            </a:endParaRPr>
          </a:p>
          <a:p>
            <a:endParaRPr lang="en-US" sz="2400" dirty="0">
              <a:latin typeface="EON Brix Sans" panose="020B0500000000000000" pitchFamily="34" charset="77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B622031C-56C9-5DE8-290C-536CC735D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0"/>
            <a:ext cx="9872452" cy="440643"/>
          </a:xfrm>
        </p:spPr>
        <p:txBody>
          <a:bodyPr/>
          <a:lstStyle/>
          <a:p>
            <a:r>
              <a:rPr lang="de-DE" dirty="0">
                <a:latin typeface="EON Brix Sans" panose="020B0500000000000000" pitchFamily="34" charset="77"/>
              </a:rPr>
              <a:t>6. </a:t>
            </a:r>
            <a:r>
              <a:rPr lang="en-RO" dirty="0">
                <a:latin typeface="EON Brix Sans" panose="020B0500000000000000" pitchFamily="34" charset="77"/>
              </a:rPr>
              <a:t>How to use AI in current (brownfield) and new projects (greenfield)</a:t>
            </a:r>
            <a:br>
              <a:rPr lang="en-RO" dirty="0">
                <a:latin typeface="EON Brix Sans" panose="020B0500000000000000" pitchFamily="34" charset="77"/>
              </a:rPr>
            </a:br>
            <a:br>
              <a:rPr lang="en-RO" dirty="0">
                <a:latin typeface="EON Brix Sans" panose="020B0500000000000000" pitchFamily="34" charset="77"/>
              </a:rPr>
            </a:br>
            <a:br>
              <a:rPr lang="en-RO" dirty="0">
                <a:latin typeface="EON Brix Sans" panose="020B0500000000000000" pitchFamily="34" charset="77"/>
              </a:rPr>
            </a:br>
            <a:endParaRPr lang="de-DE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486883-44EC-A969-0D7C-E73F50502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600" y="2444750"/>
            <a:ext cx="7670800" cy="196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943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B794A-F364-FE1B-0785-60E4FF94F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D3AF18D-2C1C-D3F7-D00E-84342A71B995}"/>
              </a:ext>
            </a:extLst>
          </p:cNvPr>
          <p:cNvSpPr txBox="1"/>
          <p:nvPr/>
        </p:nvSpPr>
        <p:spPr>
          <a:xfrm>
            <a:off x="590675" y="315993"/>
            <a:ext cx="11010651" cy="17235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3200" kern="100" dirty="0">
              <a:solidFill>
                <a:srgbClr val="EA1C0A"/>
              </a:solidFill>
              <a:latin typeface="+mj-lt"/>
              <a:ea typeface="+mj-ea"/>
              <a:cs typeface="+mj-cs"/>
            </a:endParaRPr>
          </a:p>
          <a:p>
            <a:endParaRPr lang="en-US" sz="2400" dirty="0">
              <a:latin typeface="EON Brix Sans" panose="020B0500000000000000" pitchFamily="34" charset="77"/>
            </a:endParaRPr>
          </a:p>
          <a:p>
            <a:endParaRPr lang="en-US" sz="2400" dirty="0">
              <a:latin typeface="EON Brix Sans" panose="020B0500000000000000" pitchFamily="34" charset="77"/>
            </a:endParaRPr>
          </a:p>
          <a:p>
            <a:endParaRPr lang="en-US" sz="2400" dirty="0">
              <a:latin typeface="EON Brix Sans" panose="020B0500000000000000" pitchFamily="34" charset="77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14CD2BF6-49E0-610C-7EC3-02C1FCE1A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0"/>
            <a:ext cx="9872452" cy="440643"/>
          </a:xfrm>
        </p:spPr>
        <p:txBody>
          <a:bodyPr/>
          <a:lstStyle/>
          <a:p>
            <a:br>
              <a:rPr lang="en-RO" dirty="0">
                <a:latin typeface="EON Brix Sans" panose="020B0500000000000000" pitchFamily="34" charset="77"/>
              </a:rPr>
            </a:br>
            <a:br>
              <a:rPr lang="en-RO" dirty="0">
                <a:latin typeface="EON Brix Sans" panose="020B0500000000000000" pitchFamily="34" charset="77"/>
              </a:rPr>
            </a:br>
            <a:br>
              <a:rPr lang="en-RO" dirty="0">
                <a:latin typeface="EON Brix Sans" panose="020B0500000000000000" pitchFamily="34" charset="77"/>
              </a:rPr>
            </a:br>
            <a:endParaRPr lang="de-DE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9AB289-D29B-8796-EB3A-535921021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2475" y="0"/>
            <a:ext cx="33470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1106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15ECF-9389-820A-5374-080C957A1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3FF1378-BB7E-AB9D-5F11-A1C70A42D5F6}"/>
              </a:ext>
            </a:extLst>
          </p:cNvPr>
          <p:cNvSpPr txBox="1"/>
          <p:nvPr/>
        </p:nvSpPr>
        <p:spPr>
          <a:xfrm>
            <a:off x="590675" y="315993"/>
            <a:ext cx="11010651" cy="17235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3200" kern="100" dirty="0">
              <a:solidFill>
                <a:srgbClr val="EA1C0A"/>
              </a:solidFill>
              <a:latin typeface="+mj-lt"/>
              <a:ea typeface="+mj-ea"/>
              <a:cs typeface="+mj-cs"/>
            </a:endParaRPr>
          </a:p>
          <a:p>
            <a:endParaRPr lang="en-US" sz="2400" dirty="0">
              <a:latin typeface="EON Brix Sans" panose="020B0500000000000000" pitchFamily="34" charset="77"/>
            </a:endParaRPr>
          </a:p>
          <a:p>
            <a:endParaRPr lang="en-US" sz="2400" dirty="0">
              <a:latin typeface="EON Brix Sans" panose="020B0500000000000000" pitchFamily="34" charset="77"/>
            </a:endParaRPr>
          </a:p>
          <a:p>
            <a:endParaRPr lang="en-US" sz="2400" dirty="0">
              <a:latin typeface="EON Brix Sans" panose="020B0500000000000000" pitchFamily="34" charset="77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9970FA77-5CB3-1823-7131-F900DCB71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0"/>
            <a:ext cx="9872452" cy="440643"/>
          </a:xfrm>
        </p:spPr>
        <p:txBody>
          <a:bodyPr/>
          <a:lstStyle/>
          <a:p>
            <a:r>
              <a:rPr lang="en-RO" dirty="0">
                <a:latin typeface="EON Brix Sans" panose="020B0500000000000000" pitchFamily="34" charset="77"/>
              </a:rPr>
              <a:t>7. Agent comparison: GitHub Copilot vs. Claude Code</a:t>
            </a:r>
            <a:br>
              <a:rPr lang="en-RO" dirty="0">
                <a:latin typeface="EON Brix Sans" panose="020B0500000000000000" pitchFamily="34" charset="77"/>
              </a:rPr>
            </a:br>
            <a:br>
              <a:rPr lang="en-RO" dirty="0">
                <a:latin typeface="EON Brix Sans" panose="020B0500000000000000" pitchFamily="34" charset="77"/>
              </a:rPr>
            </a:br>
            <a:br>
              <a:rPr lang="en-RO" dirty="0">
                <a:latin typeface="EON Brix Sans" panose="020B0500000000000000" pitchFamily="34" charset="77"/>
              </a:rPr>
            </a:br>
            <a:br>
              <a:rPr lang="en-RO" dirty="0">
                <a:latin typeface="EON Brix Sans" panose="020B0500000000000000" pitchFamily="34" charset="77"/>
              </a:rPr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99167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DF7B9-5985-F348-CB74-7B804A83C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01335C2-60DC-F6A2-ACDA-BB3D327BA3CD}"/>
              </a:ext>
            </a:extLst>
          </p:cNvPr>
          <p:cNvSpPr txBox="1"/>
          <p:nvPr/>
        </p:nvSpPr>
        <p:spPr>
          <a:xfrm>
            <a:off x="590675" y="315993"/>
            <a:ext cx="11010651" cy="17235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3200" kern="100" dirty="0">
              <a:solidFill>
                <a:srgbClr val="EA1C0A"/>
              </a:solidFill>
              <a:latin typeface="+mj-lt"/>
              <a:ea typeface="+mj-ea"/>
              <a:cs typeface="+mj-cs"/>
            </a:endParaRPr>
          </a:p>
          <a:p>
            <a:endParaRPr lang="en-US" sz="2400" dirty="0">
              <a:latin typeface="EON Brix Sans" panose="020B0500000000000000" pitchFamily="34" charset="77"/>
            </a:endParaRPr>
          </a:p>
          <a:p>
            <a:endParaRPr lang="en-US" sz="2400" dirty="0">
              <a:latin typeface="EON Brix Sans" panose="020B0500000000000000" pitchFamily="34" charset="77"/>
            </a:endParaRPr>
          </a:p>
          <a:p>
            <a:endParaRPr lang="en-US" sz="2400" dirty="0">
              <a:latin typeface="EON Brix Sans" panose="020B0500000000000000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FB7D4E-0B95-CDE4-B84D-D1AC9FA0E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7197" y="0"/>
            <a:ext cx="6726844" cy="7128586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549C1FD-BEAC-444A-B129-D4AA6AC7F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620881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14E5DF-6DE5-D81F-CB36-9D94710F7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57" y="0"/>
            <a:ext cx="10929085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04737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692A915-94C5-D378-75A9-17C870D0E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New E.ON PowerPoint Master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10040D-6B19-BE30-9C1A-01027776C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FFE70-FC19-4A94-9D10-0B3C8E890CB2}" type="slidenum">
              <a:rPr lang="de-DE" smtClean="0"/>
              <a:pPr/>
              <a:t>21</a:t>
            </a:fld>
            <a:endParaRPr lang="de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8E15DB6-77A6-CE95-FA04-FDB2056BA0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7103BE-CEBF-7F3D-69F9-A9EFD86B9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922" y="0"/>
            <a:ext cx="67721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4522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F0577-3168-CAD2-0244-4176573F3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147381D-F39E-D82F-E197-24DA07C29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92000" y="6858000"/>
            <a:ext cx="0" cy="0"/>
          </a:xfrm>
        </p:spPr>
        <p:txBody>
          <a:bodyPr/>
          <a:lstStyle/>
          <a:p>
            <a:r>
              <a:rPr lang="de-DE"/>
              <a:t>New E.ON PowerPoint Master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E2D8BD-213C-59CA-3AFC-0AE8D95E8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192000" y="6858000"/>
            <a:ext cx="0" cy="0"/>
          </a:xfrm>
        </p:spPr>
        <p:txBody>
          <a:bodyPr/>
          <a:lstStyle/>
          <a:p>
            <a:fld id="{01FFFE70-FC19-4A94-9D10-0B3C8E890CB2}" type="slidenum">
              <a:rPr lang="de-DE" smtClean="0"/>
              <a:pPr/>
              <a:t>22</a:t>
            </a:fld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D7A2D0-BCB9-57FA-EEF7-7F862085C0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5614" y="5090183"/>
            <a:ext cx="5436000" cy="235385"/>
          </a:xfrm>
        </p:spPr>
        <p:txBody>
          <a:bodyPr/>
          <a:lstStyle/>
          <a:p>
            <a:r>
              <a:rPr lang="en-US" dirty="0" err="1"/>
              <a:t>alexandru.lungu@eon.com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3D3DFF-03C5-FECA-0CB3-27689CCD2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5614" y="4727009"/>
            <a:ext cx="5436000" cy="302647"/>
          </a:xfrm>
        </p:spPr>
        <p:txBody>
          <a:bodyPr/>
          <a:lstStyle/>
          <a:p>
            <a:r>
              <a:rPr lang="en-US" dirty="0"/>
              <a:t>Alexandru Lungu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9E6A17F-3C3B-EEEA-7CC2-7F65AAB32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512764"/>
            <a:ext cx="9288001" cy="689469"/>
          </a:xfrm>
        </p:spPr>
        <p:txBody>
          <a:bodyPr/>
          <a:lstStyle/>
          <a:p>
            <a:r>
              <a:rPr lang="en-US" dirty="0"/>
              <a:t>Questions 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B8DBD6-C1C2-582F-66DE-31858AD92D59}"/>
              </a:ext>
            </a:extLst>
          </p:cNvPr>
          <p:cNvSpPr txBox="1"/>
          <p:nvPr/>
        </p:nvSpPr>
        <p:spPr>
          <a:xfrm>
            <a:off x="998483" y="1650124"/>
            <a:ext cx="2165131" cy="38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540000">
              <a:lnSpc>
                <a:spcPct val="120000"/>
              </a:lnSpc>
              <a:spcAft>
                <a:spcPts val="400"/>
              </a:spcAft>
            </a:pPr>
            <a:endParaRPr lang="en-RO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0154B75A-4958-55AC-A1A5-27BF875373D3}"/>
              </a:ext>
            </a:extLst>
          </p:cNvPr>
          <p:cNvSpPr txBox="1">
            <a:spLocks/>
          </p:cNvSpPr>
          <p:nvPr/>
        </p:nvSpPr>
        <p:spPr bwMode="gray">
          <a:xfrm>
            <a:off x="6211413" y="1541918"/>
            <a:ext cx="5436000" cy="30264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216000" indent="-2160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2160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48000" indent="-2160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000" indent="-2160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79500" indent="-2159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01750" indent="-2159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24000" indent="-2159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33550" indent="-2159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/alex011235/smart-asset-copilot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59E8290-7145-30CF-CCE9-D83BFC5C5626}"/>
              </a:ext>
            </a:extLst>
          </p:cNvPr>
          <p:cNvSpPr txBox="1">
            <a:spLocks/>
          </p:cNvSpPr>
          <p:nvPr/>
        </p:nvSpPr>
        <p:spPr bwMode="gray">
          <a:xfrm>
            <a:off x="445614" y="5386095"/>
            <a:ext cx="5436000" cy="23538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None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2160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48000" indent="-2160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000" indent="-2160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79500" indent="-2159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01750" indent="-2159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24000" indent="-2159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33550" indent="-2159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/alex011235/smart-asset-copilot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7B8628-C1EF-DABE-642C-6A9FFDE47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905" y="2149588"/>
            <a:ext cx="4195648" cy="419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2333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Bildplatzhalter 23">
            <a:extLst>
              <a:ext uri="{FF2B5EF4-FFF2-40B4-BE49-F238E27FC236}">
                <a16:creationId xmlns:a16="http://schemas.microsoft.com/office/drawing/2014/main" id="{D529F6EE-C50E-1F33-50B7-0B50F3A299F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0" r="18750"/>
          <a:stretch>
            <a:fillRect/>
          </a:stretch>
        </p:blipFill>
        <p:spPr>
          <a:xfrm>
            <a:off x="4572000" y="0"/>
            <a:ext cx="7620000" cy="6858000"/>
          </a:xfr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8390FCC-8BFF-57ED-3199-2DABFAB3F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92000" y="6858000"/>
            <a:ext cx="0" cy="0"/>
          </a:xfrm>
        </p:spPr>
        <p:txBody>
          <a:bodyPr/>
          <a:lstStyle/>
          <a:p>
            <a:r>
              <a:rPr lang="de-DE"/>
              <a:t>New E.ON PowerPoint Master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9FD150-3C7B-2A53-5E5D-7362BEB30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192000" y="6858000"/>
            <a:ext cx="0" cy="0"/>
          </a:xfrm>
        </p:spPr>
        <p:txBody>
          <a:bodyPr/>
          <a:lstStyle/>
          <a:p>
            <a:fld id="{01FFFE70-FC19-4A94-9D10-0B3C8E890CB2}" type="slidenum">
              <a:rPr lang="de-DE" smtClean="0"/>
              <a:pPr/>
              <a:t>23</a:t>
            </a:fld>
            <a:endParaRPr lang="de-D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D1666BC-D20A-FD40-9D31-D6A6EF8CD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512763"/>
            <a:ext cx="3528000" cy="2243691"/>
          </a:xfrm>
        </p:spPr>
        <p:txBody>
          <a:bodyPr/>
          <a:lstStyle/>
          <a:p>
            <a:r>
              <a:rPr lang="en-US" dirty="0"/>
              <a:t>Thank you for your presence.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C8CDE5-AAA1-8403-A42F-59CCDA25A2F3}"/>
              </a:ext>
            </a:extLst>
          </p:cNvPr>
          <p:cNvSpPr txBox="1">
            <a:spLocks/>
          </p:cNvSpPr>
          <p:nvPr/>
        </p:nvSpPr>
        <p:spPr bwMode="gray">
          <a:xfrm>
            <a:off x="445614" y="5090183"/>
            <a:ext cx="5436000" cy="23538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None/>
              <a:defRPr sz="14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2160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48000" indent="-2160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000" indent="-2160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79500" indent="-2159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01750" indent="-2159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24000" indent="-2159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33550" indent="-2159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alexandru.lungu@eon.com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8EFBB75-1A79-E8BF-FB43-B212636C3C3E}"/>
              </a:ext>
            </a:extLst>
          </p:cNvPr>
          <p:cNvSpPr txBox="1">
            <a:spLocks/>
          </p:cNvSpPr>
          <p:nvPr/>
        </p:nvSpPr>
        <p:spPr bwMode="gray">
          <a:xfrm>
            <a:off x="445614" y="4727009"/>
            <a:ext cx="5436000" cy="30264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216000" indent="-2160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2160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48000" indent="-2160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000" indent="-2160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79500" indent="-2159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01750" indent="-2159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24000" indent="-2159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33550" indent="-2159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Alexandru Lungu</a:t>
            </a:r>
            <a:endParaRPr lang="en-US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7831261-2DB3-BC0E-27E2-C700EF025AB7}"/>
              </a:ext>
            </a:extLst>
          </p:cNvPr>
          <p:cNvSpPr txBox="1">
            <a:spLocks/>
          </p:cNvSpPr>
          <p:nvPr/>
        </p:nvSpPr>
        <p:spPr bwMode="gray">
          <a:xfrm>
            <a:off x="6211413" y="1541918"/>
            <a:ext cx="5436000" cy="30264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216000" indent="-2160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2160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48000" indent="-2160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000" indent="-2160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79500" indent="-2159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01750" indent="-2159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24000" indent="-2159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33550" indent="-215900" algn="l" defTabSz="5400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EON Brix Sans" panose="020B0500000000000000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/alex011235/smart-asset-copilot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BDFD1B-D245-9F5A-30C8-884E6F819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905" y="2149588"/>
            <a:ext cx="4195648" cy="419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7992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8C9AD-9D87-7A8C-8B23-5880A461A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platzhalter 8">
            <a:extLst>
              <a:ext uri="{FF2B5EF4-FFF2-40B4-BE49-F238E27FC236}">
                <a16:creationId xmlns:a16="http://schemas.microsoft.com/office/drawing/2014/main" id="{49F0A17A-4A75-1600-E3C0-6D41D2A13066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9EB047A-484B-37E8-C261-A8786E33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92000" y="6858000"/>
            <a:ext cx="0" cy="0"/>
          </a:xfrm>
        </p:spPr>
        <p:txBody>
          <a:bodyPr/>
          <a:lstStyle/>
          <a:p>
            <a:r>
              <a:rPr lang="de-DE"/>
              <a:t>New E.ON PowerPoint Master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A96039-BD4A-C2E2-2EFA-DB7F09C8A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192000" y="6858000"/>
            <a:ext cx="0" cy="0"/>
          </a:xfrm>
        </p:spPr>
        <p:txBody>
          <a:bodyPr/>
          <a:lstStyle/>
          <a:p>
            <a:fld id="{01FFFE70-FC19-4A94-9D10-0B3C8E890CB2}" type="slidenum">
              <a:rPr lang="de-DE" smtClean="0"/>
              <a:pPr/>
              <a:t>24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0094AE-ABB5-4493-F2E5-BAB46C87C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448780"/>
            <a:ext cx="11233150" cy="3545586"/>
          </a:xfrm>
        </p:spPr>
        <p:txBody>
          <a:bodyPr>
            <a:normAutofit/>
          </a:bodyPr>
          <a:lstStyle/>
          <a:p>
            <a:r>
              <a:rPr lang="en-US" dirty="0"/>
              <a:t>Thank you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FA7BBA41-89F3-059A-DFF2-5621F0205B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545915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50D0E-7048-0CB4-EB7C-3F2C14554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F3B7833-E352-4ECD-4EFE-4C0ADC2FB0B5}"/>
              </a:ext>
            </a:extLst>
          </p:cNvPr>
          <p:cNvSpPr txBox="1"/>
          <p:nvPr/>
        </p:nvSpPr>
        <p:spPr>
          <a:xfrm>
            <a:off x="590675" y="315993"/>
            <a:ext cx="11010651" cy="17235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3200" kern="100" dirty="0">
              <a:solidFill>
                <a:srgbClr val="EA1C0A"/>
              </a:solidFill>
              <a:latin typeface="+mj-lt"/>
              <a:ea typeface="+mj-ea"/>
              <a:cs typeface="+mj-cs"/>
            </a:endParaRPr>
          </a:p>
          <a:p>
            <a:endParaRPr lang="en-US" sz="2400" dirty="0">
              <a:latin typeface="EON Brix Sans" panose="020B0500000000000000" pitchFamily="34" charset="77"/>
            </a:endParaRPr>
          </a:p>
          <a:p>
            <a:endParaRPr lang="en-US" sz="2400" dirty="0">
              <a:latin typeface="EON Brix Sans" panose="020B0500000000000000" pitchFamily="34" charset="77"/>
            </a:endParaRPr>
          </a:p>
          <a:p>
            <a:endParaRPr lang="en-US" sz="2400" dirty="0">
              <a:latin typeface="EON Brix Sans" panose="020B0500000000000000" pitchFamily="34" charset="77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563D6ABF-46CE-A0BB-E1F4-7EF51970C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0"/>
            <a:ext cx="9872452" cy="440643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58487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RESENTATION_LANGUAGE" val="103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UPDATE" val="True"/>
  <p:tag name="MIO_FALLBACK_LAYOUT" val="10"/>
  <p:tag name="MIO_SHOW_DATE" val="False"/>
  <p:tag name="MIO_SHOW_FOOTER" val="False"/>
  <p:tag name="MIO_SHOW_PAGENUMBER" val="False"/>
  <p:tag name="MIO_AVOID_BLANK_LAYOUT" val="False"/>
  <p:tag name="MIO_CD_LAYOUT_VALID_AREA" val="False"/>
  <p:tag name="MIO_EMBED_FONT" val="False"/>
  <p:tag name="MIO_MATCH_COLOR_SCHEME" val="False"/>
  <p:tag name="MIO_EKGUID" val="eb6f9806-6aca-42a5-a15d-21eb542aa4f3"/>
  <p:tag name="MIO_DBID" val="D7590C14-188D-4365-94A4-B777FB29057E"/>
  <p:tag name="MIO_OBJECTNAME" val="# E.ON"/>
  <p:tag name="MIO_NUMBER_OF_VALID_LAYOUTS" val="27"/>
  <p:tag name="MIO_VERSION" val="20.06.2023 11:00:13"/>
  <p:tag name="MIO_LASTDOWNLOADED" val="01.08.2023 07:08:57.546"/>
  <p:tag name="MIO_CDID" val="4d0307e6-a3f9-4dd6-817a-a971db26404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heme/theme1.xml><?xml version="1.0" encoding="utf-8"?>
<a:theme xmlns:a="http://schemas.openxmlformats.org/drawingml/2006/main" name="E.ON">
  <a:themeElements>
    <a:clrScheme name="E.ON 2024-03-22">
      <a:dk1>
        <a:srgbClr val="1A1A1A"/>
      </a:dk1>
      <a:lt1>
        <a:srgbClr val="FFFFFF"/>
      </a:lt1>
      <a:dk2>
        <a:srgbClr val="1A1A1A"/>
      </a:dk2>
      <a:lt2>
        <a:srgbClr val="FFFFFF"/>
      </a:lt2>
      <a:accent1>
        <a:srgbClr val="EA1B0A"/>
      </a:accent1>
      <a:accent2>
        <a:srgbClr val="9D1207"/>
      </a:accent2>
      <a:accent3>
        <a:srgbClr val="F05B48"/>
      </a:accent3>
      <a:accent4>
        <a:srgbClr val="F6C1B0"/>
      </a:accent4>
      <a:accent5>
        <a:srgbClr val="961482"/>
      </a:accent5>
      <a:accent6>
        <a:srgbClr val="CA6FBA"/>
      </a:accent6>
      <a:hlink>
        <a:srgbClr val="1A1A1A"/>
      </a:hlink>
      <a:folHlink>
        <a:srgbClr val="1A1A1A"/>
      </a:folHlink>
    </a:clrScheme>
    <a:fontScheme name="Benutzerdefiniert 45">
      <a:majorFont>
        <a:latin typeface="EON Brix Sans"/>
        <a:ea typeface=""/>
        <a:cs typeface=""/>
      </a:majorFont>
      <a:minorFont>
        <a:latin typeface="EON Bri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72000" tIns="72000" rIns="72000" bIns="72000" rtlCol="0" anchor="ctr"/>
      <a:lstStyle>
        <a:defPPr algn="ctr" defTabSz="540000">
          <a:lnSpc>
            <a:spcPct val="120000"/>
          </a:lnSpc>
          <a:spcAft>
            <a:spcPts val="400"/>
          </a:spcAft>
          <a:defRPr sz="14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 defTabSz="540000">
          <a:lnSpc>
            <a:spcPct val="120000"/>
          </a:lnSpc>
          <a:spcAft>
            <a:spcPts val="400"/>
          </a:spcAft>
          <a:defRPr dirty="0"/>
        </a:defPPr>
      </a:lstStyle>
    </a:txDef>
  </a:objectDefaults>
  <a:extraClrSchemeLst/>
  <a:custClrLst>
    <a:custClr name="Red 100">
      <a:srgbClr val="F6E5DC"/>
    </a:custClr>
    <a:custClr name="Red 200">
      <a:srgbClr val="F6C1B0"/>
    </a:custClr>
    <a:custClr name="Red 300">
      <a:srgbClr val="F59A86"/>
    </a:custClr>
    <a:custClr name="Red 400">
      <a:srgbClr val="F05B48"/>
    </a:custClr>
    <a:custClr name="Red 500">
      <a:srgbClr val="EA1B0A"/>
    </a:custClr>
    <a:custClr name="Red 600">
      <a:srgbClr val="C41708"/>
    </a:custClr>
    <a:custClr name="Red 700">
      <a:srgbClr val="9D1207"/>
    </a:custClr>
    <a:custClr name="Red 800">
      <a:srgbClr val="750E05"/>
    </a:custClr>
    <a:custClr name="Red 900">
      <a:srgbClr val="4E0903"/>
    </a:custClr>
    <a:custClr>
      <a:srgbClr val="FFFFFF"/>
    </a:custClr>
    <a:custClr name="Purple 100">
      <a:srgbClr val="F0D8EB"/>
    </a:custClr>
    <a:custClr name="Purple 200">
      <a:srgbClr val="DBA6D1"/>
    </a:custClr>
    <a:custClr name="Purple 300">
      <a:srgbClr val="CA6FBA"/>
    </a:custClr>
    <a:custClr name="Purple 400">
      <a:srgbClr val="B0429D"/>
    </a:custClr>
    <a:custClr name="Purple 500">
      <a:srgbClr val="961482"/>
    </a:custClr>
    <a:custClr name="Purple 600">
      <a:srgbClr val="821171"/>
    </a:custClr>
    <a:custClr name="Purple 700">
      <a:srgbClr val="710F62"/>
    </a:custClr>
    <a:custClr name="Purple 800">
      <a:srgbClr val="5F0C52"/>
    </a:custClr>
    <a:custClr name="Purple 900">
      <a:srgbClr val="4D0A42"/>
    </a:custClr>
    <a:custClr>
      <a:srgbClr val="FFFFFF"/>
    </a:custClr>
    <a:custClr name="Grey 100">
      <a:srgbClr val="F8F5F2"/>
    </a:custClr>
    <a:custClr name="Grey 200">
      <a:srgbClr val="F0EBE5"/>
    </a:custClr>
    <a:custClr name="Grey 300">
      <a:srgbClr val="D7D0CC"/>
    </a:custClr>
    <a:custClr name="Grey 400">
      <a:srgbClr val="B3ACA9"/>
    </a:custClr>
    <a:custClr name="Grey 500">
      <a:srgbClr val="958D8B"/>
    </a:custClr>
    <a:custClr name="Grey 600">
      <a:srgbClr val="767676"/>
    </a:custClr>
    <a:custClr name="Grey 700">
      <a:srgbClr val="5C5C5C"/>
    </a:custClr>
    <a:custClr name="Grey 800">
      <a:srgbClr val="404040"/>
    </a:custClr>
    <a:custClr name="Grey 900">
      <a:srgbClr val="262626"/>
    </a:custClr>
    <a:custClr>
      <a:srgbClr val="FFFFFF"/>
    </a:custClr>
    <a:custClr name="Blue 100">
      <a:srgbClr val="CCEBFF"/>
    </a:custClr>
    <a:custClr name="Blue 200">
      <a:srgbClr val="A3DAFF"/>
    </a:custClr>
    <a:custClr name="Blue 300">
      <a:srgbClr val="7ACAFF"/>
    </a:custClr>
    <a:custClr name="Blue 400">
      <a:srgbClr val="52BAFF"/>
    </a:custClr>
    <a:custClr name="Blue 500">
      <a:srgbClr val="27A9FF"/>
    </a:custClr>
    <a:custClr name="Blue 600">
      <a:srgbClr val="0093F5"/>
    </a:custClr>
    <a:custClr name="Blue 700">
      <a:srgbClr val="0075C2"/>
    </a:custClr>
    <a:custClr name="Blue 800">
      <a:srgbClr val="00568F"/>
    </a:custClr>
    <a:custClr name="Blue 900">
      <a:srgbClr val="00375C"/>
    </a:custClr>
    <a:custClr>
      <a:srgbClr val="FFFFFF"/>
    </a:custClr>
  </a:custClrLst>
  <a:extLst>
    <a:ext uri="{05A4C25C-085E-4340-85A3-A5531E510DB2}">
      <thm15:themeFamily xmlns:thm15="http://schemas.microsoft.com/office/thememl/2012/main" name="EON_Presentation.potx" id="{C15D9FDF-0D54-45A2-A2DF-B7A90DF098F0}" vid="{18B97579-6F8D-4C69-BE33-321BB92D3DFE}"/>
    </a:ext>
  </a:extLst>
</a:theme>
</file>

<file path=ppt/theme/theme2.xml><?xml version="1.0" encoding="utf-8"?>
<a:theme xmlns:a="http://schemas.openxmlformats.org/drawingml/2006/main" name="Office">
  <a:themeElements>
    <a:clrScheme name="E.ON 2024-03-22">
      <a:dk1>
        <a:srgbClr val="1A1A1A"/>
      </a:dk1>
      <a:lt1>
        <a:srgbClr val="FFFFFF"/>
      </a:lt1>
      <a:dk2>
        <a:srgbClr val="1A1A1A"/>
      </a:dk2>
      <a:lt2>
        <a:srgbClr val="FFFFFF"/>
      </a:lt2>
      <a:accent1>
        <a:srgbClr val="EA1B0A"/>
      </a:accent1>
      <a:accent2>
        <a:srgbClr val="9D1207"/>
      </a:accent2>
      <a:accent3>
        <a:srgbClr val="F05B48"/>
      </a:accent3>
      <a:accent4>
        <a:srgbClr val="F6C1B0"/>
      </a:accent4>
      <a:accent5>
        <a:srgbClr val="961482"/>
      </a:accent5>
      <a:accent6>
        <a:srgbClr val="CA6FBA"/>
      </a:accent6>
      <a:hlink>
        <a:srgbClr val="1A1A1A"/>
      </a:hlink>
      <a:folHlink>
        <a:srgbClr val="1A1A1A"/>
      </a:folHlink>
    </a:clrScheme>
    <a:fontScheme name="Benutzerdefiniert 45">
      <a:majorFont>
        <a:latin typeface="EON Brix Sans"/>
        <a:ea typeface=""/>
        <a:cs typeface=""/>
      </a:majorFont>
      <a:minorFont>
        <a:latin typeface="EON Bri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E.ON 2024-03-22">
      <a:dk1>
        <a:srgbClr val="1A1A1A"/>
      </a:dk1>
      <a:lt1>
        <a:srgbClr val="FFFFFF"/>
      </a:lt1>
      <a:dk2>
        <a:srgbClr val="1A1A1A"/>
      </a:dk2>
      <a:lt2>
        <a:srgbClr val="FFFFFF"/>
      </a:lt2>
      <a:accent1>
        <a:srgbClr val="EA1B0A"/>
      </a:accent1>
      <a:accent2>
        <a:srgbClr val="9D1207"/>
      </a:accent2>
      <a:accent3>
        <a:srgbClr val="F05B48"/>
      </a:accent3>
      <a:accent4>
        <a:srgbClr val="F6C1B0"/>
      </a:accent4>
      <a:accent5>
        <a:srgbClr val="961482"/>
      </a:accent5>
      <a:accent6>
        <a:srgbClr val="CA6FBA"/>
      </a:accent6>
      <a:hlink>
        <a:srgbClr val="1A1A1A"/>
      </a:hlink>
      <a:folHlink>
        <a:srgbClr val="1A1A1A"/>
      </a:folHlink>
    </a:clrScheme>
    <a:fontScheme name="Benutzerdefiniert 45">
      <a:majorFont>
        <a:latin typeface="EON Brix Sans"/>
        <a:ea typeface=""/>
        <a:cs typeface=""/>
      </a:majorFont>
      <a:minorFont>
        <a:latin typeface="EON Bri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2769179A9DCF409C2A8CB944873DB4" ma:contentTypeVersion="15" ma:contentTypeDescription="Create a new document." ma:contentTypeScope="" ma:versionID="e0dba57bfaab1bf86df6ed3a06d707f0">
  <xsd:schema xmlns:xsd="http://www.w3.org/2001/XMLSchema" xmlns:xs="http://www.w3.org/2001/XMLSchema" xmlns:p="http://schemas.microsoft.com/office/2006/metadata/properties" xmlns:ns2="6bd85ca3-a648-4808-98f4-fd769bced636" xmlns:ns3="873adf82-8543-45de-ab67-3985070cb6ec" targetNamespace="http://schemas.microsoft.com/office/2006/metadata/properties" ma:root="true" ma:fieldsID="a29bffadb33639e433d2583f06272b34" ns2:_="" ns3:_="">
    <xsd:import namespace="6bd85ca3-a648-4808-98f4-fd769bced636"/>
    <xsd:import namespace="873adf82-8543-45de-ab67-3985070cb6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d85ca3-a648-4808-98f4-fd769bced6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6a257fb-28f5-49c4-92c3-d49665e8e1d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3adf82-8543-45de-ab67-3985070cb6ec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7ed3949-2294-4e6c-8376-851c85d44729}" ma:internalName="TaxCatchAll" ma:showField="CatchAllData" ma:web="873adf82-8543-45de-ab67-3985070cb6e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bd85ca3-a648-4808-98f4-fd769bced636">
      <Terms xmlns="http://schemas.microsoft.com/office/infopath/2007/PartnerControls"/>
    </lcf76f155ced4ddcb4097134ff3c332f>
    <TaxCatchAll xmlns="873adf82-8543-45de-ab67-3985070cb6ec" xsi:nil="true"/>
    <SharedWithUsers xmlns="873adf82-8543-45de-ab67-3985070cb6ec">
      <UserInfo>
        <DisplayName>Sebastian Emmel (Peter Schmidt Group)</DisplayName>
        <AccountId>20</AccountId>
        <AccountType/>
      </UserInfo>
      <UserInfo>
        <DisplayName>Fabio Prata (Peter Schmidt Group)</DisplayName>
        <AccountId>28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41B65A98-60CA-46C1-B5DE-18B7AF6F00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d85ca3-a648-4808-98f4-fd769bced636"/>
    <ds:schemaRef ds:uri="873adf82-8543-45de-ab67-3985070cb6e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575DA2-38B3-4D6C-BE45-A5618476C8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B9F5CF-2DCE-49DD-AA36-81101D395492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6bd85ca3-a648-4808-98f4-fd769bced636"/>
    <ds:schemaRef ds:uri="873adf82-8543-45de-ab67-3985070cb6ec"/>
    <ds:schemaRef ds:uri="http://purl.org/dc/elements/1.1/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42f063bf-ce3a-473c-8609-3866002c85b0}" enabled="1" method="Standard" siteId="{b914a242-e718-443b-a47c-6b4c649d8c0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EON_Presentation (1)</Template>
  <TotalTime>1122</TotalTime>
  <Words>693</Words>
  <Application>Microsoft Macintosh PowerPoint</Application>
  <PresentationFormat>Widescreen</PresentationFormat>
  <Paragraphs>109</Paragraphs>
  <Slides>25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Segoe UI</vt:lpstr>
      <vt:lpstr>Wingdings</vt:lpstr>
      <vt:lpstr>Arial</vt:lpstr>
      <vt:lpstr>EON Brix Sans</vt:lpstr>
      <vt:lpstr>EON Office Head</vt:lpstr>
      <vt:lpstr>E.ON</vt:lpstr>
      <vt:lpstr>Building Software with Agentic AI:  Benefits, Limitations, and Best Practices</vt:lpstr>
      <vt:lpstr>PowerPoint Presentation</vt:lpstr>
      <vt:lpstr>Agenda</vt:lpstr>
      <vt:lpstr>1. Intro: Agentic AI = another level of abstraction/delegation</vt:lpstr>
      <vt:lpstr>PowerPoint Presentation</vt:lpstr>
      <vt:lpstr>User + Copilot agent= </vt:lpstr>
      <vt:lpstr>PowerPoint Presentation</vt:lpstr>
      <vt:lpstr>2. Demo </vt:lpstr>
      <vt:lpstr>3. Agentic AI capabilities (will reduce AI hallucinations/limitations )  </vt:lpstr>
      <vt:lpstr>PowerPoint Presentation</vt:lpstr>
      <vt:lpstr>4. Benefits and limitations of agentic AI </vt:lpstr>
      <vt:lpstr>PowerPoint Presentation</vt:lpstr>
      <vt:lpstr>5. A place for humans, in the Agentic AI world </vt:lpstr>
      <vt:lpstr>PowerPoint Presentation</vt:lpstr>
      <vt:lpstr>6. How to use AI in current (brownfield) and new projects (greenfield)   </vt:lpstr>
      <vt:lpstr>6. How to use AI in current (brownfield) and new projects (greenfield)   </vt:lpstr>
      <vt:lpstr>   </vt:lpstr>
      <vt:lpstr>7. Agent comparison: GitHub Copilot vs. Claude Code    </vt:lpstr>
      <vt:lpstr>PowerPoint Presentation</vt:lpstr>
      <vt:lpstr>PowerPoint Presentation</vt:lpstr>
      <vt:lpstr>PowerPoint Presentation</vt:lpstr>
      <vt:lpstr>Questions ?</vt:lpstr>
      <vt:lpstr>Thank you for your presence.</vt:lpstr>
      <vt:lpstr>Thank you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presentation in two lines</dc:title>
  <dc:creator>CRETU-MIHAILESCU, ALEXANDRA-GEORGIA</dc:creator>
  <cp:lastModifiedBy>Lungu, Alexandru</cp:lastModifiedBy>
  <cp:revision>58</cp:revision>
  <dcterms:created xsi:type="dcterms:W3CDTF">2024-07-16T09:57:50Z</dcterms:created>
  <dcterms:modified xsi:type="dcterms:W3CDTF">2026-10-06T08:08:03Z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0x010100A42769179A9DCF409C2A8CB944873DB4</vt:lpwstr>
  </property>
  <property fmtid="{D5CDD505-2E9C-101B-9397-08002B2CF9AE}" pid="3" name="MediaServiceImageTags">
    <vt:lpwstr/>
  </property>
</Properties>
</file>